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25"/>
  </p:notesMasterIdLst>
  <p:handoutMasterIdLst>
    <p:handoutMasterId r:id="rId26"/>
  </p:handoutMasterIdLst>
  <p:sldIdLst>
    <p:sldId id="495" r:id="rId3"/>
    <p:sldId id="363" r:id="rId4"/>
    <p:sldId id="469" r:id="rId5"/>
    <p:sldId id="475" r:id="rId6"/>
    <p:sldId id="476" r:id="rId7"/>
    <p:sldId id="482" r:id="rId8"/>
    <p:sldId id="496" r:id="rId9"/>
    <p:sldId id="483" r:id="rId10"/>
    <p:sldId id="480" r:id="rId11"/>
    <p:sldId id="490" r:id="rId12"/>
    <p:sldId id="474" r:id="rId13"/>
    <p:sldId id="497" r:id="rId14"/>
    <p:sldId id="466" r:id="rId15"/>
    <p:sldId id="477" r:id="rId16"/>
    <p:sldId id="488" r:id="rId17"/>
    <p:sldId id="498" r:id="rId18"/>
    <p:sldId id="494" r:id="rId19"/>
    <p:sldId id="485" r:id="rId20"/>
    <p:sldId id="487" r:id="rId21"/>
    <p:sldId id="486" r:id="rId22"/>
    <p:sldId id="499" r:id="rId23"/>
    <p:sldId id="538" r:id="rId24"/>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96331" autoAdjust="0"/>
  </p:normalViewPr>
  <p:slideViewPr>
    <p:cSldViewPr snapToGrid="0" showGuides="1">
      <p:cViewPr>
        <p:scale>
          <a:sx n="100" d="100"/>
          <a:sy n="100" d="100"/>
        </p:scale>
        <p:origin x="990" y="378"/>
      </p:cViewPr>
      <p:guideLst>
        <p:guide orient="horz" pos="2160"/>
        <p:guide pos="386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总营收</c:v>
                </c:pt>
              </c:strCache>
            </c:strRef>
          </c:tx>
          <c:spPr>
            <a:solidFill>
              <a:srgbClr val="EA7912"/>
            </a:solidFill>
            <a:ln>
              <a:noFill/>
            </a:ln>
            <a:effectLst/>
          </c:spPr>
          <c:invertIfNegative val="0"/>
          <c:dPt>
            <c:idx val="1"/>
            <c:invertIfNegative val="0"/>
            <c:bubble3D val="0"/>
            <c:spPr>
              <a:solidFill>
                <a:srgbClr val="56A4D3"/>
              </a:solidFill>
              <a:ln>
                <a:noFill/>
              </a:ln>
              <a:effectLst/>
            </c:spPr>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1-1835-4BD3-9ACB-281D4D4B2155}"/>
              </c:ext>
            </c:extLst>
          </c:dPt>
          <c:dPt>
            <c:idx val="3"/>
            <c:invertIfNegative val="0"/>
            <c:bubble3D val="0"/>
            <c:spPr>
              <a:solidFill>
                <a:srgbClr val="56A4D3"/>
              </a:solidFill>
              <a:ln>
                <a:noFill/>
              </a:ln>
              <a:effectLst/>
            </c:spPr>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3-1835-4BD3-9ACB-281D4D4B2155}"/>
              </c:ext>
            </c:extLst>
          </c:dPt>
          <c:dPt>
            <c:idx val="5"/>
            <c:invertIfNegative val="0"/>
            <c:bubble3D val="0"/>
            <c:spPr>
              <a:solidFill>
                <a:srgbClr val="56A4D3"/>
              </a:solidFill>
              <a:ln>
                <a:noFill/>
              </a:ln>
              <a:effectLst/>
            </c:spPr>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5-1835-4BD3-9ACB-281D4D4B2155}"/>
              </c:ext>
            </c:extLst>
          </c:dPt>
          <c:dPt>
            <c:idx val="7"/>
            <c:invertIfNegative val="0"/>
            <c:bubble3D val="0"/>
            <c:spPr>
              <a:solidFill>
                <a:srgbClr val="56A4D3"/>
              </a:solidFill>
              <a:ln>
                <a:noFill/>
              </a:ln>
              <a:effectLst/>
            </c:spPr>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7-1835-4BD3-9ACB-281D4D4B2155}"/>
              </c:ext>
            </c:extLst>
          </c:dPt>
          <c:dPt>
            <c:idx val="9"/>
            <c:invertIfNegative val="0"/>
            <c:bubble3D val="0"/>
            <c:spPr>
              <a:solidFill>
                <a:srgbClr val="56A4D3"/>
              </a:solidFill>
              <a:ln>
                <a:noFill/>
              </a:ln>
              <a:effectLst/>
            </c:spPr>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9-1835-4BD3-9ACB-281D4D4B2155}"/>
              </c:ext>
            </c:extLst>
          </c:dPt>
          <c:dPt>
            <c:idx val="11"/>
            <c:invertIfNegative val="0"/>
            <c:bubble3D val="0"/>
            <c:spPr>
              <a:solidFill>
                <a:srgbClr val="56A4D3"/>
              </a:solidFill>
              <a:ln>
                <a:noFill/>
              </a:ln>
              <a:effectLst/>
            </c:spPr>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B-1835-4BD3-9ACB-281D4D4B2155}"/>
              </c:ext>
            </c:extLst>
          </c:dPt>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536</c:v>
                </c:pt>
                <c:pt idx="1">
                  <c:v>423</c:v>
                </c:pt>
                <c:pt idx="2">
                  <c:v>456</c:v>
                </c:pt>
                <c:pt idx="3">
                  <c:v>569</c:v>
                </c:pt>
                <c:pt idx="4">
                  <c:v>546</c:v>
                </c:pt>
                <c:pt idx="5">
                  <c:v>639</c:v>
                </c:pt>
                <c:pt idx="6">
                  <c:v>628</c:v>
                </c:pt>
                <c:pt idx="7">
                  <c:v>759</c:v>
                </c:pt>
                <c:pt idx="8">
                  <c:v>611</c:v>
                </c:pt>
                <c:pt idx="9">
                  <c:v>752</c:v>
                </c:pt>
                <c:pt idx="10">
                  <c:v>852</c:v>
                </c:pt>
                <c:pt idx="11">
                  <c:v>936</c:v>
                </c:pt>
              </c:numCache>
            </c:numRef>
          </c:val>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C-1835-4BD3-9ACB-281D4D4B2155}"/>
            </c:ext>
          </c:extLst>
        </c:ser>
        <c:dLbls>
          <c:showLegendKey val="0"/>
          <c:showVal val="0"/>
          <c:showCatName val="0"/>
          <c:showSerName val="0"/>
          <c:showPercent val="0"/>
          <c:showBubbleSize val="0"/>
        </c:dLbls>
        <c:gapWidth val="219"/>
        <c:overlap val="-27"/>
        <c:axId val="1431542543"/>
        <c:axId val="1431540463"/>
      </c:barChart>
      <c:lineChart>
        <c:grouping val="standard"/>
        <c:varyColors val="0"/>
        <c:ser>
          <c:idx val="1"/>
          <c:order val="1"/>
          <c:tx>
            <c:strRef>
              <c:f>Sheet1!$C$1</c:f>
              <c:strCache>
                <c:ptCount val="1"/>
                <c:pt idx="0">
                  <c:v>净利润</c:v>
                </c:pt>
              </c:strCache>
            </c:strRef>
          </c:tx>
          <c:spPr>
            <a:ln w="12700" cap="rnd" cmpd="sng" algn="ctr">
              <a:gradFill>
                <a:gsLst>
                  <a:gs pos="55000">
                    <a:schemeClr val="bg1"/>
                  </a:gs>
                  <a:gs pos="0">
                    <a:srgbClr val="000505">
                      <a:alpha val="0"/>
                    </a:srgbClr>
                  </a:gs>
                  <a:gs pos="100000">
                    <a:srgbClr val="000505">
                      <a:alpha val="0"/>
                    </a:srgbClr>
                  </a:gs>
                </a:gsLst>
                <a:lin ang="5400000" scaled="1"/>
              </a:gradFill>
              <a:prstDash val="solid"/>
              <a:round/>
            </a:ln>
            <a:effectLst/>
          </c:spPr>
          <c:marker>
            <c:symbol val="circle"/>
            <c:size val="5"/>
            <c:spPr>
              <a:solidFill>
                <a:schemeClr val="bg1"/>
              </a:solidFill>
              <a:ln w="25400" cap="flat" cmpd="sng" algn="ctr">
                <a:solidFill>
                  <a:schemeClr val="bg1"/>
                </a:solidFill>
                <a:prstDash val="solid"/>
                <a:round/>
              </a:ln>
              <a:effectLst/>
            </c:spPr>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236</c:v>
                </c:pt>
                <c:pt idx="1">
                  <c:v>365</c:v>
                </c:pt>
                <c:pt idx="2">
                  <c:v>596</c:v>
                </c:pt>
                <c:pt idx="3">
                  <c:v>369</c:v>
                </c:pt>
                <c:pt idx="4">
                  <c:v>456</c:v>
                </c:pt>
                <c:pt idx="5">
                  <c:v>126</c:v>
                </c:pt>
                <c:pt idx="6">
                  <c:v>236</c:v>
                </c:pt>
                <c:pt idx="7">
                  <c:v>596</c:v>
                </c:pt>
                <c:pt idx="8">
                  <c:v>369</c:v>
                </c:pt>
                <c:pt idx="9">
                  <c:v>459</c:v>
                </c:pt>
                <c:pt idx="10">
                  <c:v>256</c:v>
                </c:pt>
                <c:pt idx="11">
                  <c:v>696</c:v>
                </c:pt>
              </c:numCache>
            </c:numRef>
          </c:val>
          <c:smooth val="1"/>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D-1835-4BD3-9ACB-281D4D4B2155}"/>
            </c:ext>
          </c:extLst>
        </c:ser>
        <c:dLbls>
          <c:showLegendKey val="0"/>
          <c:showVal val="0"/>
          <c:showCatName val="0"/>
          <c:showSerName val="0"/>
          <c:showPercent val="0"/>
          <c:showBubbleSize val="0"/>
        </c:dLbls>
        <c:marker val="1"/>
        <c:smooth val="0"/>
        <c:axId val="1431542543"/>
        <c:axId val="1431540463"/>
      </c:lineChart>
      <c:catAx>
        <c:axId val="1431542543"/>
        <c:scaling>
          <c:orientation val="minMax"/>
        </c:scaling>
        <c:delete val="0"/>
        <c:axPos val="b"/>
        <c:numFmt formatCode="General" sourceLinked="1"/>
        <c:majorTickMark val="none"/>
        <c:minorTickMark val="none"/>
        <c:tickLblPos val="nextTo"/>
        <c:spPr>
          <a:noFill/>
          <a:ln w="6350"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900" b="0" i="0" u="none" strike="noStrike" kern="1200" baseline="0" smtId="4294967295">
                <a:solidFill>
                  <a:schemeClr val="tx1">
                    <a:lumMod val="65000"/>
                    <a:lumOff val="35000"/>
                  </a:schemeClr>
                </a:solidFill>
                <a:latin typeface="阿里巴巴普惠体"/>
                <a:ea typeface="阿里巴巴普惠体"/>
                <a:cs typeface="阿里巴巴普惠体" panose="00020600040101010101" charset="-122"/>
                <a:sym typeface="阿里巴巴普惠体"/>
              </a:defRPr>
            </a:pPr>
            <a:endParaRPr lang="zh-CN"/>
          </a:p>
        </c:txPr>
        <c:crossAx val="1431540463"/>
        <c:crosses val="autoZero"/>
        <c:auto val="0"/>
        <c:lblAlgn val="ctr"/>
        <c:lblOffset val="100"/>
        <c:noMultiLvlLbl val="0"/>
      </c:catAx>
      <c:valAx>
        <c:axId val="1431540463"/>
        <c:scaling>
          <c:orientation val="minMax"/>
        </c:scaling>
        <c:delete val="0"/>
        <c:axPos val="l"/>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900" b="0" i="0" u="none" strike="noStrike" kern="1200" baseline="0" smtId="4294967295">
                <a:solidFill>
                  <a:schemeClr val="tx1">
                    <a:lumMod val="65000"/>
                    <a:lumOff val="35000"/>
                  </a:schemeClr>
                </a:solidFill>
                <a:latin typeface="阿里巴巴普惠体"/>
                <a:ea typeface="阿里巴巴普惠体"/>
                <a:cs typeface="阿里巴巴普惠体" panose="00020600040101010101" charset="-122"/>
                <a:sym typeface="阿里巴巴普惠体"/>
              </a:defRPr>
            </a:pPr>
            <a:endParaRPr lang="zh-CN"/>
          </a:p>
        </c:txPr>
        <c:crossAx val="1431542543"/>
        <c:crosses val="autoZero"/>
        <c:crossBetween val="between"/>
      </c:valAx>
      <c:spPr>
        <a:noFill/>
        <a:ln>
          <a:noFill/>
        </a:ln>
        <a:effectLst/>
      </c:spPr>
    </c:plotArea>
    <c:plotVisOnly val="1"/>
    <c:dispBlanksAs val="gap"/>
    <c:showDLblsOverMax val="0"/>
    <c:extLst xmlns:m="http://schemas.openxmlformats.org/officeDocument/2006/math" xmlns:w="http://schemas.openxmlformats.org/wordprocessingml/2006/main" xmlns:wp="http://schemas.openxmlformats.org/drawingml/2006/wordprocessingDrawing" xmlns:a14="http://schemas.microsoft.com/office/drawing/2010/main">
      <c:ext uri="{0b15fc19-7d7d-44ad-8c2d-2c3a37ce22c3}">
        <chartProps xmlns="https://web.wps.cn/et/2018/main" chartId="{a3a2cb51-0dd0-4155-89a6-95fe838880e2}"/>
      </c:ext>
    </c:extLst>
  </c:chart>
  <c:spPr>
    <a:noFill/>
    <a:ln>
      <a:noFill/>
    </a:ln>
    <a:effectLst/>
  </c:spPr>
  <c:txPr>
    <a:bodyPr/>
    <a:lstStyle/>
    <a:p>
      <a:pPr>
        <a:defRPr lang="zh-CN" smtId="4294967295">
          <a:latin typeface="阿里巴巴普惠体"/>
          <a:ea typeface="阿里巴巴普惠体"/>
          <a:cs typeface="阿里巴巴普惠体" panose="00020600040101010101" charset="-122"/>
          <a:sym typeface="阿里巴巴普惠体"/>
        </a:defRPr>
      </a:pPr>
      <a:endParaRPr lang="zh-CN"/>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cs typeface="阿里巴巴普惠体" panose="00020600040101010101" charset="-122"/>
              </a:rPr>
              <a:t>2026/1/20</a:t>
            </a:fld>
            <a:endParaRPr lang="zh-CN" altLang="en-US" dirty="0">
              <a:latin typeface="微软雅黑" panose="020B0503020204020204" pitchFamily="34" charset="-122"/>
              <a:ea typeface="微软雅黑" panose="020B0503020204020204" pitchFamily="34" charset="-122"/>
              <a:cs typeface="阿里巴巴普惠体" panose="0002060004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cs typeface="阿里巴巴普惠体" panose="00020600040101010101" charset="-122"/>
              </a:rPr>
              <a:t>‹#›</a:t>
            </a:fld>
            <a:endParaRPr lang="zh-CN" altLang="en-US" dirty="0">
              <a:latin typeface="微软雅黑" panose="020B0503020204020204" pitchFamily="34" charset="-122"/>
              <a:ea typeface="微软雅黑" panose="020B0503020204020204" pitchFamily="34" charset="-122"/>
              <a:cs typeface="阿里巴巴普惠体" panose="00020600040101010101"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D2A48B96-639E-45A3-A0BA-2464DFDB1FAA}" type="datetimeFigureOut">
              <a:rPr lang="zh-CN" altLang="en-US" smtClean="0"/>
              <a:pPr/>
              <a:t>2026/1/20</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A6837353-30EB-4A48-80EB-173D804AEFBD}"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模板来自于： 第一</a:t>
            </a:r>
            <a:r>
              <a:rPr lang="en-US" altLang="zh-CN" dirty="0"/>
              <a:t>PPT https://www.1ppt.com/</a:t>
            </a:r>
          </a:p>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3"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4"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5"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页脚占位符 7"/>
          <p:cNvSpPr>
            <a:spLocks noGrp="1"/>
          </p:cNvSpPr>
          <p:nvPr>
            <p:ph type="ftr" sz="quarter" idx="11"/>
          </p:nvPr>
        </p:nvSpPr>
        <p:spPr>
          <a:xfrm>
            <a:off x="4038600" y="6356350"/>
            <a:ext cx="4114800" cy="365125"/>
          </a:xfrm>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0" name="灯片编号占位符 8"/>
          <p:cNvSpPr>
            <a:spLocks noGrp="1"/>
          </p:cNvSpPr>
          <p:nvPr>
            <p:ph type="sldNum" sz="quarter" idx="12"/>
          </p:nvPr>
        </p:nvSpPr>
        <p:spPr>
          <a:xfrm>
            <a:off x="8610600" y="6356350"/>
            <a:ext cx="2743200" cy="365125"/>
          </a:xfrm>
        </p:spPr>
        <p:txBody>
          <a:bodyPr/>
          <a:lstStyle>
            <a:lvl1pPr>
              <a:defRPr>
                <a:latin typeface="微软雅黑" panose="020B0503020204020204" pitchFamily="34" charset="-122"/>
                <a:ea typeface="微软雅黑" panose="020B0503020204020204" pitchFamily="34" charset="-122"/>
              </a:defRPr>
            </a:lvl1pPr>
          </a:lstStyle>
          <a:p>
            <a:fld id="{E9B957CC-A438-4D82-B305-22914934740F}" type="slidenum">
              <a:rPr lang="zh-CN" altLang="en-US" smtClean="0"/>
              <a:pPr/>
              <a:t>‹#›</a:t>
            </a:fld>
            <a:endParaRPr lang="zh-CN" altLang="en-US" dirty="0"/>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7" cstate="email">
            <a:alphaModFix amt="5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custDataLst>
      <p:tags r:id="rId6"/>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hf sldNum="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26" Type="http://schemas.openxmlformats.org/officeDocument/2006/relationships/tags" Target="../tags/tag30.xml"/><Relationship Id="rId3" Type="http://schemas.openxmlformats.org/officeDocument/2006/relationships/tags" Target="../tags/tag7.xml"/><Relationship Id="rId21" Type="http://schemas.openxmlformats.org/officeDocument/2006/relationships/tags" Target="../tags/tag25.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5" Type="http://schemas.openxmlformats.org/officeDocument/2006/relationships/tags" Target="../tags/tag29.xml"/><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tags" Target="../tags/tag24.xml"/><Relationship Id="rId29" Type="http://schemas.openxmlformats.org/officeDocument/2006/relationships/tags" Target="../tags/tag33.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24" Type="http://schemas.openxmlformats.org/officeDocument/2006/relationships/tags" Target="../tags/tag28.xml"/><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tags" Target="../tags/tag27.xml"/><Relationship Id="rId28" Type="http://schemas.openxmlformats.org/officeDocument/2006/relationships/tags" Target="../tags/tag32.xml"/><Relationship Id="rId10" Type="http://schemas.openxmlformats.org/officeDocument/2006/relationships/tags" Target="../tags/tag14.xml"/><Relationship Id="rId19" Type="http://schemas.openxmlformats.org/officeDocument/2006/relationships/tags" Target="../tags/tag23.xml"/><Relationship Id="rId31" Type="http://schemas.openxmlformats.org/officeDocument/2006/relationships/slideLayout" Target="../slideLayouts/slideLayout1.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tags" Target="../tags/tag26.xml"/><Relationship Id="rId27" Type="http://schemas.openxmlformats.org/officeDocument/2006/relationships/tags" Target="../tags/tag31.xml"/><Relationship Id="rId30" Type="http://schemas.openxmlformats.org/officeDocument/2006/relationships/tags" Target="../tags/tag3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35.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tags" Target="../tags/tag53.xml"/><Relationship Id="rId26" Type="http://schemas.openxmlformats.org/officeDocument/2006/relationships/tags" Target="../tags/tag61.xml"/><Relationship Id="rId3" Type="http://schemas.openxmlformats.org/officeDocument/2006/relationships/tags" Target="../tags/tag38.xml"/><Relationship Id="rId21" Type="http://schemas.openxmlformats.org/officeDocument/2006/relationships/tags" Target="../tags/tag56.xml"/><Relationship Id="rId34" Type="http://schemas.openxmlformats.org/officeDocument/2006/relationships/image" Target="../media/image9.svg"/><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5" Type="http://schemas.openxmlformats.org/officeDocument/2006/relationships/tags" Target="../tags/tag60.xml"/><Relationship Id="rId33" Type="http://schemas.openxmlformats.org/officeDocument/2006/relationships/image" Target="../media/image8.png"/><Relationship Id="rId2" Type="http://schemas.openxmlformats.org/officeDocument/2006/relationships/tags" Target="../tags/tag37.xml"/><Relationship Id="rId16" Type="http://schemas.openxmlformats.org/officeDocument/2006/relationships/tags" Target="../tags/tag51.xml"/><Relationship Id="rId20" Type="http://schemas.openxmlformats.org/officeDocument/2006/relationships/tags" Target="../tags/tag55.xml"/><Relationship Id="rId29" Type="http://schemas.openxmlformats.org/officeDocument/2006/relationships/tags" Target="../tags/tag64.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24" Type="http://schemas.openxmlformats.org/officeDocument/2006/relationships/tags" Target="../tags/tag59.xml"/><Relationship Id="rId32" Type="http://schemas.openxmlformats.org/officeDocument/2006/relationships/image" Target="../media/image7.svg"/><Relationship Id="rId5" Type="http://schemas.openxmlformats.org/officeDocument/2006/relationships/tags" Target="../tags/tag40.xml"/><Relationship Id="rId15" Type="http://schemas.openxmlformats.org/officeDocument/2006/relationships/tags" Target="../tags/tag50.xml"/><Relationship Id="rId23" Type="http://schemas.openxmlformats.org/officeDocument/2006/relationships/tags" Target="../tags/tag58.xml"/><Relationship Id="rId28" Type="http://schemas.openxmlformats.org/officeDocument/2006/relationships/tags" Target="../tags/tag63.xml"/><Relationship Id="rId36" Type="http://schemas.openxmlformats.org/officeDocument/2006/relationships/image" Target="../media/image11.svg"/><Relationship Id="rId10" Type="http://schemas.openxmlformats.org/officeDocument/2006/relationships/tags" Target="../tags/tag45.xml"/><Relationship Id="rId19" Type="http://schemas.openxmlformats.org/officeDocument/2006/relationships/tags" Target="../tags/tag54.xml"/><Relationship Id="rId31" Type="http://schemas.openxmlformats.org/officeDocument/2006/relationships/image" Target="../media/image6.png"/><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 Id="rId22" Type="http://schemas.openxmlformats.org/officeDocument/2006/relationships/tags" Target="../tags/tag57.xml"/><Relationship Id="rId27" Type="http://schemas.openxmlformats.org/officeDocument/2006/relationships/tags" Target="../tags/tag62.xml"/><Relationship Id="rId30" Type="http://schemas.openxmlformats.org/officeDocument/2006/relationships/slideLayout" Target="../slideLayouts/slideLayout1.xml"/><Relationship Id="rId35"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1.xml"/><Relationship Id="rId1" Type="http://schemas.openxmlformats.org/officeDocument/2006/relationships/tags" Target="../tags/tag67.xml"/></Relationships>
</file>

<file path=ppt/slides/_rels/slide9.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tags" Target="../tags/tag85.xml"/><Relationship Id="rId26" Type="http://schemas.openxmlformats.org/officeDocument/2006/relationships/tags" Target="../tags/tag93.xml"/><Relationship Id="rId3" Type="http://schemas.openxmlformats.org/officeDocument/2006/relationships/tags" Target="../tags/tag70.xml"/><Relationship Id="rId21" Type="http://schemas.openxmlformats.org/officeDocument/2006/relationships/tags" Target="../tags/tag88.xml"/><Relationship Id="rId34" Type="http://schemas.openxmlformats.org/officeDocument/2006/relationships/tags" Target="../tags/tag101.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5" Type="http://schemas.openxmlformats.org/officeDocument/2006/relationships/tags" Target="../tags/tag92.xml"/><Relationship Id="rId33" Type="http://schemas.openxmlformats.org/officeDocument/2006/relationships/tags" Target="../tags/tag100.xml"/><Relationship Id="rId38" Type="http://schemas.openxmlformats.org/officeDocument/2006/relationships/slideLayout" Target="../slideLayouts/slideLayout1.xml"/><Relationship Id="rId2" Type="http://schemas.openxmlformats.org/officeDocument/2006/relationships/tags" Target="../tags/tag69.xml"/><Relationship Id="rId16" Type="http://schemas.openxmlformats.org/officeDocument/2006/relationships/tags" Target="../tags/tag83.xml"/><Relationship Id="rId20" Type="http://schemas.openxmlformats.org/officeDocument/2006/relationships/tags" Target="../tags/tag87.xml"/><Relationship Id="rId29" Type="http://schemas.openxmlformats.org/officeDocument/2006/relationships/tags" Target="../tags/tag96.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24" Type="http://schemas.openxmlformats.org/officeDocument/2006/relationships/tags" Target="../tags/tag91.xml"/><Relationship Id="rId32" Type="http://schemas.openxmlformats.org/officeDocument/2006/relationships/tags" Target="../tags/tag99.xml"/><Relationship Id="rId37" Type="http://schemas.openxmlformats.org/officeDocument/2006/relationships/tags" Target="../tags/tag104.xml"/><Relationship Id="rId5" Type="http://schemas.openxmlformats.org/officeDocument/2006/relationships/tags" Target="../tags/tag72.xml"/><Relationship Id="rId15" Type="http://schemas.openxmlformats.org/officeDocument/2006/relationships/tags" Target="../tags/tag82.xml"/><Relationship Id="rId23" Type="http://schemas.openxmlformats.org/officeDocument/2006/relationships/tags" Target="../tags/tag90.xml"/><Relationship Id="rId28" Type="http://schemas.openxmlformats.org/officeDocument/2006/relationships/tags" Target="../tags/tag95.xml"/><Relationship Id="rId36" Type="http://schemas.openxmlformats.org/officeDocument/2006/relationships/tags" Target="../tags/tag103.xml"/><Relationship Id="rId10" Type="http://schemas.openxmlformats.org/officeDocument/2006/relationships/tags" Target="../tags/tag77.xml"/><Relationship Id="rId19" Type="http://schemas.openxmlformats.org/officeDocument/2006/relationships/tags" Target="../tags/tag86.xml"/><Relationship Id="rId31" Type="http://schemas.openxmlformats.org/officeDocument/2006/relationships/tags" Target="../tags/tag98.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 Id="rId22" Type="http://schemas.openxmlformats.org/officeDocument/2006/relationships/tags" Target="../tags/tag89.xml"/><Relationship Id="rId27" Type="http://schemas.openxmlformats.org/officeDocument/2006/relationships/tags" Target="../tags/tag94.xml"/><Relationship Id="rId30" Type="http://schemas.openxmlformats.org/officeDocument/2006/relationships/tags" Target="../tags/tag97.xml"/><Relationship Id="rId35" Type="http://schemas.openxmlformats.org/officeDocument/2006/relationships/tags" Target="../tags/tag102.xml"/></Relationships>
</file>

<file path=ppt/slides/_rels/slide10.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tags" Target="../tags/tag117.xml"/><Relationship Id="rId18" Type="http://schemas.openxmlformats.org/officeDocument/2006/relationships/slideLayout" Target="../slideLayouts/slideLayout1.xml"/><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tags" Target="../tags/tag116.xml"/><Relationship Id="rId17" Type="http://schemas.openxmlformats.org/officeDocument/2006/relationships/tags" Target="../tags/tag121.xml"/><Relationship Id="rId2" Type="http://schemas.openxmlformats.org/officeDocument/2006/relationships/tags" Target="../tags/tag106.xml"/><Relationship Id="rId16" Type="http://schemas.openxmlformats.org/officeDocument/2006/relationships/tags" Target="../tags/tag120.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tags" Target="../tags/tag115.xml"/><Relationship Id="rId5" Type="http://schemas.openxmlformats.org/officeDocument/2006/relationships/tags" Target="../tags/tag109.xml"/><Relationship Id="rId15" Type="http://schemas.openxmlformats.org/officeDocument/2006/relationships/tags" Target="../tags/tag119.xml"/><Relationship Id="rId10" Type="http://schemas.openxmlformats.org/officeDocument/2006/relationships/tags" Target="../tags/tag114.xml"/><Relationship Id="rId19" Type="http://schemas.openxmlformats.org/officeDocument/2006/relationships/image" Target="../media/image13.jpeg"/><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tags" Target="../tags/tag11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5.xml"/></Relationships>
</file>

<file path=ppt/slides/_rels/slide14.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tags" Target="../tags/tag138.xml"/><Relationship Id="rId18" Type="http://schemas.openxmlformats.org/officeDocument/2006/relationships/tags" Target="../tags/tag143.xml"/><Relationship Id="rId26" Type="http://schemas.openxmlformats.org/officeDocument/2006/relationships/tags" Target="../tags/tag151.xml"/><Relationship Id="rId3" Type="http://schemas.openxmlformats.org/officeDocument/2006/relationships/tags" Target="../tags/tag128.xml"/><Relationship Id="rId21" Type="http://schemas.openxmlformats.org/officeDocument/2006/relationships/tags" Target="../tags/tag146.xml"/><Relationship Id="rId7" Type="http://schemas.openxmlformats.org/officeDocument/2006/relationships/tags" Target="../tags/tag132.xml"/><Relationship Id="rId12" Type="http://schemas.openxmlformats.org/officeDocument/2006/relationships/tags" Target="../tags/tag137.xml"/><Relationship Id="rId17" Type="http://schemas.openxmlformats.org/officeDocument/2006/relationships/tags" Target="../tags/tag142.xml"/><Relationship Id="rId25" Type="http://schemas.openxmlformats.org/officeDocument/2006/relationships/tags" Target="../tags/tag150.xml"/><Relationship Id="rId33" Type="http://schemas.openxmlformats.org/officeDocument/2006/relationships/image" Target="../media/image14.jpeg"/><Relationship Id="rId2" Type="http://schemas.openxmlformats.org/officeDocument/2006/relationships/tags" Target="../tags/tag127.xml"/><Relationship Id="rId16" Type="http://schemas.openxmlformats.org/officeDocument/2006/relationships/tags" Target="../tags/tag141.xml"/><Relationship Id="rId20" Type="http://schemas.openxmlformats.org/officeDocument/2006/relationships/tags" Target="../tags/tag145.xml"/><Relationship Id="rId29" Type="http://schemas.openxmlformats.org/officeDocument/2006/relationships/tags" Target="../tags/tag154.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tags" Target="../tags/tag136.xml"/><Relationship Id="rId24" Type="http://schemas.openxmlformats.org/officeDocument/2006/relationships/tags" Target="../tags/tag149.xml"/><Relationship Id="rId32" Type="http://schemas.openxmlformats.org/officeDocument/2006/relationships/slideLayout" Target="../slideLayouts/slideLayout1.xml"/><Relationship Id="rId5" Type="http://schemas.openxmlformats.org/officeDocument/2006/relationships/tags" Target="../tags/tag130.xml"/><Relationship Id="rId15" Type="http://schemas.openxmlformats.org/officeDocument/2006/relationships/tags" Target="../tags/tag140.xml"/><Relationship Id="rId23" Type="http://schemas.openxmlformats.org/officeDocument/2006/relationships/tags" Target="../tags/tag148.xml"/><Relationship Id="rId28" Type="http://schemas.openxmlformats.org/officeDocument/2006/relationships/tags" Target="../tags/tag153.xml"/><Relationship Id="rId10" Type="http://schemas.openxmlformats.org/officeDocument/2006/relationships/tags" Target="../tags/tag135.xml"/><Relationship Id="rId19" Type="http://schemas.openxmlformats.org/officeDocument/2006/relationships/tags" Target="../tags/tag144.xml"/><Relationship Id="rId31" Type="http://schemas.openxmlformats.org/officeDocument/2006/relationships/tags" Target="../tags/tag156.xml"/><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tags" Target="../tags/tag139.xml"/><Relationship Id="rId22" Type="http://schemas.openxmlformats.org/officeDocument/2006/relationships/tags" Target="../tags/tag147.xml"/><Relationship Id="rId27" Type="http://schemas.openxmlformats.org/officeDocument/2006/relationships/tags" Target="../tags/tag152.xml"/><Relationship Id="rId30" Type="http://schemas.openxmlformats.org/officeDocument/2006/relationships/tags" Target="../tags/tag155.xml"/></Relationships>
</file>

<file path=ppt/slides/_rels/slide15.xml.rels><?xml version="1.0" encoding="UTF-8" standalone="yes"?>
<Relationships xmlns="http://schemas.openxmlformats.org/package/2006/relationships"><Relationship Id="rId8" Type="http://schemas.openxmlformats.org/officeDocument/2006/relationships/tags" Target="../tags/tag164.xml"/><Relationship Id="rId13" Type="http://schemas.openxmlformats.org/officeDocument/2006/relationships/tags" Target="../tags/tag169.xml"/><Relationship Id="rId18" Type="http://schemas.openxmlformats.org/officeDocument/2006/relationships/tags" Target="../tags/tag174.xml"/><Relationship Id="rId26" Type="http://schemas.openxmlformats.org/officeDocument/2006/relationships/tags" Target="../tags/tag182.xml"/><Relationship Id="rId3" Type="http://schemas.openxmlformats.org/officeDocument/2006/relationships/tags" Target="../tags/tag159.xml"/><Relationship Id="rId21" Type="http://schemas.openxmlformats.org/officeDocument/2006/relationships/tags" Target="../tags/tag177.xml"/><Relationship Id="rId7" Type="http://schemas.openxmlformats.org/officeDocument/2006/relationships/tags" Target="../tags/tag163.xml"/><Relationship Id="rId12" Type="http://schemas.openxmlformats.org/officeDocument/2006/relationships/tags" Target="../tags/tag168.xml"/><Relationship Id="rId17" Type="http://schemas.openxmlformats.org/officeDocument/2006/relationships/tags" Target="../tags/tag173.xml"/><Relationship Id="rId25" Type="http://schemas.openxmlformats.org/officeDocument/2006/relationships/tags" Target="../tags/tag181.xml"/><Relationship Id="rId2" Type="http://schemas.openxmlformats.org/officeDocument/2006/relationships/tags" Target="../tags/tag158.xml"/><Relationship Id="rId16" Type="http://schemas.openxmlformats.org/officeDocument/2006/relationships/tags" Target="../tags/tag172.xml"/><Relationship Id="rId20" Type="http://schemas.openxmlformats.org/officeDocument/2006/relationships/tags" Target="../tags/tag176.xml"/><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tags" Target="../tags/tag167.xml"/><Relationship Id="rId24" Type="http://schemas.openxmlformats.org/officeDocument/2006/relationships/tags" Target="../tags/tag180.xml"/><Relationship Id="rId5" Type="http://schemas.openxmlformats.org/officeDocument/2006/relationships/tags" Target="../tags/tag161.xml"/><Relationship Id="rId15" Type="http://schemas.openxmlformats.org/officeDocument/2006/relationships/tags" Target="../tags/tag171.xml"/><Relationship Id="rId23" Type="http://schemas.openxmlformats.org/officeDocument/2006/relationships/tags" Target="../tags/tag179.xml"/><Relationship Id="rId10" Type="http://schemas.openxmlformats.org/officeDocument/2006/relationships/tags" Target="../tags/tag166.xml"/><Relationship Id="rId19" Type="http://schemas.openxmlformats.org/officeDocument/2006/relationships/tags" Target="../tags/tag175.xml"/><Relationship Id="rId4" Type="http://schemas.openxmlformats.org/officeDocument/2006/relationships/tags" Target="../tags/tag160.xml"/><Relationship Id="rId9" Type="http://schemas.openxmlformats.org/officeDocument/2006/relationships/tags" Target="../tags/tag165.xml"/><Relationship Id="rId14" Type="http://schemas.openxmlformats.org/officeDocument/2006/relationships/tags" Target="../tags/tag170.xml"/><Relationship Id="rId22" Type="http://schemas.openxmlformats.org/officeDocument/2006/relationships/tags" Target="../tags/tag178.xml"/><Relationship Id="rId27"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4.xml"/><Relationship Id="rId1" Type="http://schemas.openxmlformats.org/officeDocument/2006/relationships/tags" Target="../tags/tag183.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85.xml"/></Relationships>
</file>

<file path=ppt/slides/_rels/slide18.xml.rels><?xml version="1.0" encoding="UTF-8" standalone="yes"?>
<Relationships xmlns="http://schemas.openxmlformats.org/package/2006/relationships"><Relationship Id="rId8" Type="http://schemas.openxmlformats.org/officeDocument/2006/relationships/tags" Target="../tags/tag193.xml"/><Relationship Id="rId13" Type="http://schemas.openxmlformats.org/officeDocument/2006/relationships/tags" Target="../tags/tag198.xml"/><Relationship Id="rId18" Type="http://schemas.openxmlformats.org/officeDocument/2006/relationships/tags" Target="../tags/tag203.xml"/><Relationship Id="rId3" Type="http://schemas.openxmlformats.org/officeDocument/2006/relationships/tags" Target="../tags/tag188.xml"/><Relationship Id="rId21" Type="http://schemas.openxmlformats.org/officeDocument/2006/relationships/tags" Target="../tags/tag206.xml"/><Relationship Id="rId7" Type="http://schemas.openxmlformats.org/officeDocument/2006/relationships/tags" Target="../tags/tag192.xml"/><Relationship Id="rId12" Type="http://schemas.openxmlformats.org/officeDocument/2006/relationships/tags" Target="../tags/tag197.xml"/><Relationship Id="rId17" Type="http://schemas.openxmlformats.org/officeDocument/2006/relationships/tags" Target="../tags/tag202.xml"/><Relationship Id="rId2" Type="http://schemas.openxmlformats.org/officeDocument/2006/relationships/tags" Target="../tags/tag187.xml"/><Relationship Id="rId16" Type="http://schemas.openxmlformats.org/officeDocument/2006/relationships/tags" Target="../tags/tag201.xml"/><Relationship Id="rId20" Type="http://schemas.openxmlformats.org/officeDocument/2006/relationships/tags" Target="../tags/tag205.xml"/><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tags" Target="../tags/tag196.xml"/><Relationship Id="rId5" Type="http://schemas.openxmlformats.org/officeDocument/2006/relationships/tags" Target="../tags/tag190.xml"/><Relationship Id="rId15" Type="http://schemas.openxmlformats.org/officeDocument/2006/relationships/tags" Target="../tags/tag200.xml"/><Relationship Id="rId23" Type="http://schemas.openxmlformats.org/officeDocument/2006/relationships/slideLayout" Target="../slideLayouts/slideLayout1.xml"/><Relationship Id="rId10" Type="http://schemas.openxmlformats.org/officeDocument/2006/relationships/tags" Target="../tags/tag195.xml"/><Relationship Id="rId19" Type="http://schemas.openxmlformats.org/officeDocument/2006/relationships/tags" Target="../tags/tag204.xml"/><Relationship Id="rId4" Type="http://schemas.openxmlformats.org/officeDocument/2006/relationships/tags" Target="../tags/tag189.xml"/><Relationship Id="rId9" Type="http://schemas.openxmlformats.org/officeDocument/2006/relationships/tags" Target="../tags/tag194.xml"/><Relationship Id="rId14" Type="http://schemas.openxmlformats.org/officeDocument/2006/relationships/tags" Target="../tags/tag199.xml"/><Relationship Id="rId22" Type="http://schemas.openxmlformats.org/officeDocument/2006/relationships/tags" Target="../tags/tag207.xml"/></Relationships>
</file>

<file path=ppt/slides/_rels/slide19.xml.rels><?xml version="1.0" encoding="UTF-8" standalone="yes"?>
<Relationships xmlns="http://schemas.openxmlformats.org/package/2006/relationships"><Relationship Id="rId8" Type="http://schemas.openxmlformats.org/officeDocument/2006/relationships/tags" Target="../tags/tag215.xml"/><Relationship Id="rId3" Type="http://schemas.openxmlformats.org/officeDocument/2006/relationships/tags" Target="../tags/tag210.xml"/><Relationship Id="rId7" Type="http://schemas.openxmlformats.org/officeDocument/2006/relationships/tags" Target="../tags/tag214.xml"/><Relationship Id="rId12" Type="http://schemas.openxmlformats.org/officeDocument/2006/relationships/image" Target="../media/image15.jpeg"/><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slideLayout" Target="../slideLayouts/slideLayout1.xml"/><Relationship Id="rId5" Type="http://schemas.openxmlformats.org/officeDocument/2006/relationships/tags" Target="../tags/tag212.xml"/><Relationship Id="rId10" Type="http://schemas.openxmlformats.org/officeDocument/2006/relationships/tags" Target="../tags/tag217.xml"/><Relationship Id="rId4" Type="http://schemas.openxmlformats.org/officeDocument/2006/relationships/tags" Target="../tags/tag211.xml"/><Relationship Id="rId9" Type="http://schemas.openxmlformats.org/officeDocument/2006/relationships/tags" Target="../tags/tag21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18.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6.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17.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a:ln>
            <a:noFill/>
          </a:ln>
        </p:spPr>
      </p:pic>
      <p:sp>
        <p:nvSpPr>
          <p:cNvPr id="2" name="文本框 1"/>
          <p:cNvSpPr txBox="1"/>
          <p:nvPr/>
        </p:nvSpPr>
        <p:spPr>
          <a:xfrm>
            <a:off x="1307574" y="2649303"/>
            <a:ext cx="2238265" cy="1261884"/>
          </a:xfrm>
          <a:prstGeom prst="rect">
            <a:avLst/>
          </a:prstGeom>
          <a:noFill/>
        </p:spPr>
        <p:txBody>
          <a:bodyPr wrap="square" rtlCol="0">
            <a:spAutoFit/>
          </a:bodyPr>
          <a:lstStyle/>
          <a:p>
            <a:pPr algn="dist"/>
            <a:r>
              <a:rPr kumimoji="1" lang="zh-CN" altLang="en-US" sz="7600" dirty="0">
                <a:latin typeface="思源宋体 CN Heavy" panose="02020900000000000000" pitchFamily="18" charset="-122"/>
                <a:ea typeface="思源宋体 CN Heavy" panose="02020900000000000000" pitchFamily="18" charset="-122"/>
              </a:rPr>
              <a:t>心怀</a:t>
            </a:r>
          </a:p>
        </p:txBody>
      </p:sp>
      <p:sp>
        <p:nvSpPr>
          <p:cNvPr id="4" name="文本框 3"/>
          <p:cNvSpPr txBox="1"/>
          <p:nvPr/>
        </p:nvSpPr>
        <p:spPr>
          <a:xfrm>
            <a:off x="6937482" y="3847209"/>
            <a:ext cx="4299348" cy="619978"/>
          </a:xfrm>
          <a:prstGeom prst="rect">
            <a:avLst/>
          </a:prstGeom>
          <a:noFill/>
        </p:spPr>
        <p:txBody>
          <a:bodyPr wrap="square" rtlCol="0">
            <a:spAutoFit/>
          </a:bodyPr>
          <a:lstStyle/>
          <a:p>
            <a:pPr>
              <a:lnSpc>
                <a:spcPct val="130000"/>
              </a:lnSpc>
            </a:pPr>
            <a:r>
              <a:rPr kumimoji="1" lang="en-GB" altLang="zh-CN" sz="900" dirty="0">
                <a:solidFill>
                  <a:schemeClr val="tx1">
                    <a:lumMod val="75000"/>
                    <a:lumOff val="25000"/>
                  </a:schemeClr>
                </a:solidFill>
                <a:latin typeface="微软雅黑" panose="020B0503020204020204" pitchFamily="34" charset="-122"/>
                <a:ea typeface="微软雅黑" panose="020B0503020204020204" pitchFamily="34" charset="-122"/>
              </a:rPr>
              <a:t>Your content is entered here, or by copying your text, select paste in this box and choose to retain only text. your content is typed here, or by copying your text, select paste in this box.</a:t>
            </a:r>
          </a:p>
        </p:txBody>
      </p:sp>
      <p:sp>
        <p:nvSpPr>
          <p:cNvPr id="5" name="文本框 4"/>
          <p:cNvSpPr txBox="1"/>
          <p:nvPr/>
        </p:nvSpPr>
        <p:spPr>
          <a:xfrm>
            <a:off x="6896941" y="2649303"/>
            <a:ext cx="4361758" cy="1261884"/>
          </a:xfrm>
          <a:prstGeom prst="rect">
            <a:avLst/>
          </a:prstGeom>
          <a:noFill/>
        </p:spPr>
        <p:txBody>
          <a:bodyPr wrap="square" rtlCol="0">
            <a:spAutoFit/>
          </a:bodyPr>
          <a:lstStyle/>
          <a:p>
            <a:pPr algn="dist"/>
            <a:r>
              <a:rPr kumimoji="1" lang="zh-CN" altLang="en-US" sz="7600" dirty="0">
                <a:latin typeface="思源宋体 CN Heavy" panose="02020900000000000000" pitchFamily="18" charset="-122"/>
                <a:ea typeface="思源宋体 CN Heavy" panose="02020900000000000000" pitchFamily="18" charset="-122"/>
              </a:rPr>
              <a:t>无惧远方</a:t>
            </a:r>
          </a:p>
        </p:txBody>
      </p:sp>
      <p:pic>
        <p:nvPicPr>
          <p:cNvPr id="11" name="图片 10"/>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97414" y="3766908"/>
            <a:ext cx="2524119" cy="411278"/>
          </a:xfrm>
          <a:prstGeom prst="rect">
            <a:avLst/>
          </a:prstGeom>
        </p:spPr>
      </p:pic>
      <p:sp>
        <p:nvSpPr>
          <p:cNvPr id="12" name="文本框 11"/>
          <p:cNvSpPr txBox="1"/>
          <p:nvPr/>
        </p:nvSpPr>
        <p:spPr>
          <a:xfrm>
            <a:off x="6937482" y="2108610"/>
            <a:ext cx="4215171" cy="584775"/>
          </a:xfrm>
          <a:prstGeom prst="rect">
            <a:avLst/>
          </a:prstGeom>
          <a:noFill/>
        </p:spPr>
        <p:txBody>
          <a:bodyPr wrap="square" rtlCol="0">
            <a:spAutoFit/>
          </a:bodyPr>
          <a:lstStyle/>
          <a:p>
            <a:pPr algn="dist"/>
            <a:r>
              <a:rPr kumimoji="1" lang="en-US" altLang="zh-CN" sz="3200" dirty="0">
                <a:latin typeface="思源宋体 CN Heavy" panose="02020900000000000000" pitchFamily="18" charset="-122"/>
                <a:ea typeface="思源宋体 CN Heavy" panose="02020900000000000000" pitchFamily="18" charset="-122"/>
              </a:rPr>
              <a:t>2O2X</a:t>
            </a:r>
            <a:r>
              <a:rPr kumimoji="1" lang="zh-CN" altLang="en-US" sz="3200" dirty="0">
                <a:latin typeface="思源宋体 CN Heavy" panose="02020900000000000000" pitchFamily="18" charset="-122"/>
                <a:ea typeface="思源宋体 CN Heavy" panose="02020900000000000000" pitchFamily="18" charset="-122"/>
              </a:rPr>
              <a:t> </a:t>
            </a:r>
            <a:r>
              <a:rPr kumimoji="1" lang="en-US" altLang="zh-CN" sz="3200" dirty="0">
                <a:latin typeface="思源宋体 CN Heavy" panose="02020900000000000000" pitchFamily="18" charset="-122"/>
                <a:ea typeface="思源宋体 CN Heavy" panose="02020900000000000000" pitchFamily="18" charset="-122"/>
              </a:rPr>
              <a:t>ANNUAL</a:t>
            </a:r>
            <a:endParaRPr kumimoji="1" lang="zh-CN" altLang="en-US" sz="3200" dirty="0">
              <a:latin typeface="思源宋体 CN Heavy" panose="02020900000000000000" pitchFamily="18" charset="-122"/>
              <a:ea typeface="思源宋体 CN Heavy" panose="02020900000000000000" pitchFamily="18" charset="-122"/>
            </a:endParaRPr>
          </a:p>
        </p:txBody>
      </p:sp>
      <p:grpSp>
        <p:nvGrpSpPr>
          <p:cNvPr id="6" name="组合 5"/>
          <p:cNvGrpSpPr/>
          <p:nvPr/>
        </p:nvGrpSpPr>
        <p:grpSpPr>
          <a:xfrm>
            <a:off x="270412" y="297072"/>
            <a:ext cx="11584839" cy="954107"/>
            <a:chOff x="263598" y="297072"/>
            <a:chExt cx="11584839" cy="954107"/>
          </a:xfrm>
        </p:grpSpPr>
        <p:sp>
          <p:nvSpPr>
            <p:cNvPr id="13" name="文本框 12"/>
            <p:cNvSpPr txBox="1"/>
            <p:nvPr/>
          </p:nvSpPr>
          <p:spPr>
            <a:xfrm>
              <a:off x="263598" y="297072"/>
              <a:ext cx="853119" cy="954107"/>
            </a:xfrm>
            <a:prstGeom prst="rect">
              <a:avLst/>
            </a:prstGeom>
            <a:noFill/>
          </p:spPr>
          <p:txBody>
            <a:bodyPr wrap="none" rtlCol="0">
              <a:spAutoFit/>
            </a:bodyPr>
            <a:lstStyle/>
            <a:p>
              <a:r>
                <a:rPr kumimoji="1" lang="en-US" altLang="zh-CN" sz="2800" dirty="0">
                  <a:solidFill>
                    <a:prstClr val="black"/>
                  </a:solidFill>
                  <a:latin typeface="微软雅黑" panose="020B0503020204020204" pitchFamily="34" charset="-122"/>
                  <a:ea typeface="微软雅黑" panose="020B0503020204020204" pitchFamily="34" charset="-122"/>
                  <a:sym typeface="阿里巴巴普惠体"/>
                </a:rPr>
                <a:t>1pp</a:t>
              </a:r>
            </a:p>
            <a:p>
              <a:endPar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endParaRPr>
            </a:p>
          </p:txBody>
        </p:sp>
        <p:sp>
          <p:nvSpPr>
            <p:cNvPr id="14" name="文本框 13"/>
            <p:cNvSpPr txBox="1"/>
            <p:nvPr/>
          </p:nvSpPr>
          <p:spPr>
            <a:xfrm>
              <a:off x="329937" y="748836"/>
              <a:ext cx="1645920" cy="261610"/>
            </a:xfrm>
            <a:prstGeom prst="rect">
              <a:avLst/>
            </a:prstGeom>
            <a:noFill/>
          </p:spPr>
          <p:txBody>
            <a:bodyPr wrap="square" rtlCol="0">
              <a:spAutoFit/>
            </a:bodyPr>
            <a:lstStyle/>
            <a:p>
              <a:pPr algn="dist"/>
              <a:r>
                <a:rPr kumimoji="1" lang="en-US" altLang="zh-CN" sz="1050" dirty="0">
                  <a:latin typeface="微软雅黑" panose="020B0503020204020204" pitchFamily="34" charset="-122"/>
                  <a:ea typeface="微软雅黑" panose="020B0503020204020204" pitchFamily="34" charset="-122"/>
                </a:rPr>
                <a:t>COMPANY</a:t>
              </a:r>
              <a:r>
                <a:rPr kumimoji="1" lang="zh-CN" altLang="en-US" sz="1050" dirty="0">
                  <a:latin typeface="微软雅黑" panose="020B0503020204020204" pitchFamily="34" charset="-122"/>
                  <a:ea typeface="微软雅黑" panose="020B0503020204020204" pitchFamily="34" charset="-122"/>
                </a:rPr>
                <a:t> </a:t>
              </a:r>
              <a:r>
                <a:rPr kumimoji="1" lang="en-US" altLang="zh-CN" sz="1050" dirty="0">
                  <a:latin typeface="微软雅黑" panose="020B0503020204020204" pitchFamily="34" charset="-122"/>
                  <a:ea typeface="微软雅黑" panose="020B0503020204020204" pitchFamily="34" charset="-122"/>
                </a:rPr>
                <a:t>SLOGAN</a:t>
              </a:r>
            </a:p>
          </p:txBody>
        </p:sp>
        <p:sp>
          <p:nvSpPr>
            <p:cNvPr id="16" name="文本框 15"/>
            <p:cNvSpPr txBox="1"/>
            <p:nvPr/>
          </p:nvSpPr>
          <p:spPr>
            <a:xfrm>
              <a:off x="9286242" y="337712"/>
              <a:ext cx="2562195" cy="260350"/>
            </a:xfrm>
            <a:prstGeom prst="rect">
              <a:avLst/>
            </a:prstGeom>
            <a:noFill/>
          </p:spPr>
          <p:txBody>
            <a:bodyPr wrap="square" rtlCol="0">
              <a:spAutoFit/>
            </a:bodyPr>
            <a:lstStyle/>
            <a:p>
              <a:pPr algn="dist"/>
              <a:endParaRPr kumimoji="1" lang="en-US" altLang="zh-CN" sz="1100" dirty="0">
                <a:latin typeface="微软雅黑" panose="020B0503020204020204" pitchFamily="34" charset="-122"/>
                <a:ea typeface="微软雅黑" panose="020B0503020204020204" pitchFamily="34" charset="-122"/>
              </a:endParaRPr>
            </a:p>
          </p:txBody>
        </p:sp>
      </p:grpSp>
      <p:sp>
        <p:nvSpPr>
          <p:cNvPr id="17" name="文本框 16"/>
          <p:cNvSpPr txBox="1"/>
          <p:nvPr/>
        </p:nvSpPr>
        <p:spPr>
          <a:xfrm>
            <a:off x="3209365" y="6214312"/>
            <a:ext cx="5773270" cy="307777"/>
          </a:xfrm>
          <a:prstGeom prst="rect">
            <a:avLst/>
          </a:prstGeom>
          <a:noFill/>
        </p:spPr>
        <p:txBody>
          <a:bodyPr wrap="square" rtlCol="0">
            <a:spAutoFit/>
          </a:bodyPr>
          <a:lstStyle/>
          <a:p>
            <a:pPr algn="dist"/>
            <a:r>
              <a:rPr kumimoji="1" lang="zh-CN" altLang="en-US" sz="1400" dirty="0">
                <a:solidFill>
                  <a:schemeClr val="bg1"/>
                </a:solidFill>
                <a:latin typeface="思源宋体 CN Heavy" panose="02020900000000000000" pitchFamily="18" charset="-122"/>
                <a:ea typeface="思源宋体 CN Heavy" panose="02020900000000000000" pitchFamily="18" charset="-122"/>
                <a:sym typeface="阿里巴巴普惠体"/>
              </a:rPr>
              <a:t>第一</a:t>
            </a:r>
            <a:r>
              <a:rPr kumimoji="1" lang="en-US" altLang="zh-CN" sz="1400" dirty="0">
                <a:solidFill>
                  <a:schemeClr val="bg1"/>
                </a:solidFill>
                <a:latin typeface="思源宋体 CN Heavy" panose="02020900000000000000" pitchFamily="18" charset="-122"/>
                <a:ea typeface="思源宋体 CN Heavy" panose="02020900000000000000" pitchFamily="18" charset="-122"/>
                <a:sym typeface="阿里巴巴普惠体"/>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商务办公系列</a:t>
            </a:r>
            <a:r>
              <a:rPr kumimoji="1" lang="en-US" altLang="zh-CN" sz="1400" dirty="0">
                <a:solidFill>
                  <a:schemeClr val="bg1"/>
                </a:solidFill>
                <a:latin typeface="思源宋体 CN Heavy" panose="02020900000000000000" pitchFamily="18" charset="-122"/>
                <a:ea typeface="思源宋体 CN Heavy" panose="02020900000000000000" pitchFamily="18" charset="-122"/>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模板</a:t>
            </a:r>
          </a:p>
        </p:txBody>
      </p:sp>
      <p:pic>
        <p:nvPicPr>
          <p:cNvPr id="18" name="图片 1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340787" y="2693385"/>
            <a:ext cx="1415363" cy="1608202"/>
          </a:xfrm>
          <a:prstGeom prst="rect">
            <a:avLst/>
          </a:prstGeom>
          <a:effectLst>
            <a:outerShdw blurRad="38100" dist="63500" dir="2700000" algn="tl" rotWithShape="0">
              <a:prstClr val="black">
                <a:alpha val="20000"/>
              </a:prstClr>
            </a:outerShdw>
          </a:effectLst>
        </p:spPr>
      </p:pic>
      <p:pic>
        <p:nvPicPr>
          <p:cNvPr id="19" name="图片 18"/>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391643" y="1462210"/>
            <a:ext cx="2374994" cy="2907568"/>
          </a:xfrm>
          <a:prstGeom prst="rect">
            <a:avLst/>
          </a:prstGeom>
          <a:effectLst>
            <a:outerShdw blurRad="38100" dist="63500" dir="2700000" algn="tl" rotWithShape="0">
              <a:prstClr val="black">
                <a:alpha val="2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7" name="矩形: 圆角 16"/>
          <p:cNvSpPr/>
          <p:nvPr/>
        </p:nvSpPr>
        <p:spPr>
          <a:xfrm>
            <a:off x="498764" y="2358736"/>
            <a:ext cx="11289722" cy="3813464"/>
          </a:xfrm>
          <a:prstGeom prst="roundRect">
            <a:avLst>
              <a:gd name="adj" fmla="val 522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415706" y="1104615"/>
            <a:ext cx="5274784" cy="923330"/>
          </a:xfrm>
          <a:prstGeom prst="rect">
            <a:avLst/>
          </a:prstGeom>
          <a:noFill/>
        </p:spPr>
        <p:txBody>
          <a:bodyPr wrap="square" rtlCol="0">
            <a:spAutoFit/>
          </a:bodyPr>
          <a:lstStyle/>
          <a:p>
            <a:pPr algn="dist"/>
            <a:r>
              <a:rPr kumimoji="1" lang="en-US" altLang="zh-CN" sz="5400" dirty="0">
                <a:solidFill>
                  <a:srgbClr val="56A4D3">
                    <a:alpha val="20000"/>
                  </a:srgbClr>
                </a:solidFill>
                <a:latin typeface="思源宋体 CN Heavy" panose="02020900000000000000" pitchFamily="18" charset="-122"/>
                <a:ea typeface="思源宋体 CN Heavy" panose="02020900000000000000" pitchFamily="18" charset="-122"/>
              </a:rPr>
              <a:t>CONTENTS</a:t>
            </a:r>
            <a:endParaRPr kumimoji="1" lang="zh-CN" altLang="en-US" sz="5400" dirty="0">
              <a:solidFill>
                <a:srgbClr val="56A4D3">
                  <a:alpha val="20000"/>
                </a:srgbClr>
              </a:solidFill>
              <a:latin typeface="思源宋体 CN Heavy" panose="02020900000000000000" pitchFamily="18" charset="-122"/>
              <a:ea typeface="思源宋体 CN Heavy" panose="02020900000000000000" pitchFamily="18" charset="-122"/>
            </a:endParaRPr>
          </a:p>
        </p:txBody>
      </p:sp>
      <p:sp>
        <p:nvSpPr>
          <p:cNvPr id="3" name="文本框 2"/>
          <p:cNvSpPr txBox="1"/>
          <p:nvPr/>
        </p:nvSpPr>
        <p:spPr>
          <a:xfrm>
            <a:off x="5046399" y="784825"/>
            <a:ext cx="2099202" cy="1200329"/>
          </a:xfrm>
          <a:prstGeom prst="rect">
            <a:avLst/>
          </a:prstGeom>
          <a:noFill/>
        </p:spPr>
        <p:txBody>
          <a:bodyPr wrap="square" rtlCol="0">
            <a:spAutoFit/>
          </a:bodyPr>
          <a:lstStyle/>
          <a:p>
            <a:pPr algn="dist"/>
            <a:r>
              <a:rPr kumimoji="1" lang="zh-CN" altLang="en-US" sz="7200" dirty="0">
                <a:latin typeface="思源宋体 CN Heavy" panose="02020900000000000000" pitchFamily="18" charset="-122"/>
                <a:ea typeface="思源宋体 CN Heavy" panose="02020900000000000000" pitchFamily="18" charset="-122"/>
              </a:rPr>
              <a:t>目录</a:t>
            </a:r>
          </a:p>
        </p:txBody>
      </p:sp>
      <p:sp>
        <p:nvSpPr>
          <p:cNvPr id="4" name="文本框 3"/>
          <p:cNvSpPr txBox="1"/>
          <p:nvPr/>
        </p:nvSpPr>
        <p:spPr>
          <a:xfrm>
            <a:off x="878614" y="4454492"/>
            <a:ext cx="2339102" cy="523220"/>
          </a:xfrm>
          <a:prstGeom prst="rect">
            <a:avLst/>
          </a:prstGeom>
          <a:noFill/>
        </p:spPr>
        <p:txBody>
          <a:bodyPr wrap="none" rtlCol="0">
            <a:spAutoFit/>
          </a:bodyPr>
          <a:lstStyle/>
          <a:p>
            <a:r>
              <a:rPr kumimoji="1" lang="zh-CN" altLang="en-US" sz="2800" b="1" dirty="0">
                <a:latin typeface="思源宋体 CN Heavy" panose="02020900000000000000" pitchFamily="18" charset="-122"/>
                <a:ea typeface="思源宋体 CN Heavy" panose="02020900000000000000" pitchFamily="18" charset="-122"/>
              </a:rPr>
              <a:t>工作汇报总结</a:t>
            </a:r>
          </a:p>
        </p:txBody>
      </p:sp>
      <p:sp>
        <p:nvSpPr>
          <p:cNvPr id="5" name="文本框 4"/>
          <p:cNvSpPr txBox="1"/>
          <p:nvPr/>
        </p:nvSpPr>
        <p:spPr>
          <a:xfrm>
            <a:off x="1233342" y="4035943"/>
            <a:ext cx="1629647" cy="338554"/>
          </a:xfrm>
          <a:prstGeom prst="rect">
            <a:avLst/>
          </a:prstGeom>
          <a:noFill/>
        </p:spPr>
        <p:txBody>
          <a:bodyPr wrap="square" rtlCol="0">
            <a:spAutoFit/>
          </a:bodyPr>
          <a:lstStyle/>
          <a:p>
            <a:pPr algn="dist"/>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PART</a:t>
            </a:r>
            <a:r>
              <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 </a:t>
            </a:r>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ONE</a:t>
            </a:r>
            <a:endPar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81211" y="5003357"/>
            <a:ext cx="2333909" cy="619978"/>
          </a:xfrm>
          <a:prstGeom prst="rect">
            <a:avLst/>
          </a:prstGeom>
          <a:noFill/>
        </p:spPr>
        <p:txBody>
          <a:bodyPr wrap="square" rtlCol="0">
            <a:spAutoFit/>
          </a:bodyPr>
          <a:lstStyle/>
          <a:p>
            <a:pPr algn="ctr">
              <a:lnSpc>
                <a:spcPct val="130000"/>
              </a:lnSpc>
            </a:pPr>
            <a:r>
              <a:rPr kumimoji="1" lang="en-GB" altLang="zh-CN" sz="900" spc="50" dirty="0">
                <a:solidFill>
                  <a:schemeClr val="tx1">
                    <a:lumMod val="75000"/>
                    <a:lumOff val="25000"/>
                  </a:schemeClr>
                </a:solidFill>
                <a:latin typeface="微软雅黑" panose="020B0503020204020204" pitchFamily="34" charset="-122"/>
                <a:ea typeface="微软雅黑" panose="020B0503020204020204" pitchFamily="34" charset="-122"/>
              </a:rPr>
              <a:t>enter the relevant content you need here. thank you for downloading our ppt template file.</a:t>
            </a:r>
          </a:p>
        </p:txBody>
      </p:sp>
      <p:sp>
        <p:nvSpPr>
          <p:cNvPr id="7" name="文本框 6"/>
          <p:cNvSpPr txBox="1"/>
          <p:nvPr/>
        </p:nvSpPr>
        <p:spPr>
          <a:xfrm>
            <a:off x="3580739" y="4454492"/>
            <a:ext cx="2339102" cy="523220"/>
          </a:xfrm>
          <a:prstGeom prst="rect">
            <a:avLst/>
          </a:prstGeom>
          <a:noFill/>
        </p:spPr>
        <p:txBody>
          <a:bodyPr wrap="none" rtlCol="0">
            <a:spAutoFit/>
          </a:bodyPr>
          <a:lstStyle/>
          <a:p>
            <a:r>
              <a:rPr kumimoji="1" lang="zh-CN" altLang="en-US" sz="2800" b="1" dirty="0">
                <a:latin typeface="思源宋体 CN Heavy" panose="02020900000000000000" pitchFamily="18" charset="-122"/>
                <a:ea typeface="思源宋体 CN Heavy" panose="02020900000000000000" pitchFamily="18" charset="-122"/>
              </a:rPr>
              <a:t>取得成绩展示</a:t>
            </a:r>
          </a:p>
        </p:txBody>
      </p:sp>
      <p:sp>
        <p:nvSpPr>
          <p:cNvPr id="8" name="文本框 7"/>
          <p:cNvSpPr txBox="1"/>
          <p:nvPr/>
        </p:nvSpPr>
        <p:spPr>
          <a:xfrm>
            <a:off x="3935467" y="4035943"/>
            <a:ext cx="1629647" cy="338554"/>
          </a:xfrm>
          <a:prstGeom prst="rect">
            <a:avLst/>
          </a:prstGeom>
          <a:noFill/>
        </p:spPr>
        <p:txBody>
          <a:bodyPr wrap="square" rtlCol="0">
            <a:spAutoFit/>
          </a:bodyPr>
          <a:lstStyle/>
          <a:p>
            <a:pPr algn="dist"/>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PART</a:t>
            </a:r>
            <a:r>
              <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 </a:t>
            </a:r>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TWO</a:t>
            </a:r>
            <a:endPar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583336" y="5003357"/>
            <a:ext cx="2333909" cy="619978"/>
          </a:xfrm>
          <a:prstGeom prst="rect">
            <a:avLst/>
          </a:prstGeom>
          <a:noFill/>
        </p:spPr>
        <p:txBody>
          <a:bodyPr wrap="square" rtlCol="0">
            <a:spAutoFit/>
          </a:bodyPr>
          <a:lstStyle/>
          <a:p>
            <a:pPr algn="ctr">
              <a:lnSpc>
                <a:spcPct val="130000"/>
              </a:lnSpc>
            </a:pPr>
            <a:r>
              <a:rPr kumimoji="1" lang="en-GB" altLang="zh-CN" sz="900" spc="50" dirty="0">
                <a:solidFill>
                  <a:schemeClr val="tx1">
                    <a:lumMod val="75000"/>
                    <a:lumOff val="25000"/>
                  </a:schemeClr>
                </a:solidFill>
                <a:latin typeface="微软雅黑" panose="020B0503020204020204" pitchFamily="34" charset="-122"/>
                <a:ea typeface="微软雅黑" panose="020B0503020204020204" pitchFamily="34" charset="-122"/>
              </a:rPr>
              <a:t>enter the relevant content you need here. thank you for downloading our ppt template file.</a:t>
            </a:r>
          </a:p>
        </p:txBody>
      </p:sp>
      <p:sp>
        <p:nvSpPr>
          <p:cNvPr id="10" name="文本框 9"/>
          <p:cNvSpPr txBox="1"/>
          <p:nvPr/>
        </p:nvSpPr>
        <p:spPr>
          <a:xfrm>
            <a:off x="6282864" y="4454492"/>
            <a:ext cx="2339102" cy="523220"/>
          </a:xfrm>
          <a:prstGeom prst="rect">
            <a:avLst/>
          </a:prstGeom>
          <a:noFill/>
        </p:spPr>
        <p:txBody>
          <a:bodyPr wrap="none" rtlCol="0">
            <a:spAutoFit/>
          </a:bodyPr>
          <a:lstStyle/>
          <a:p>
            <a:r>
              <a:rPr kumimoji="1" lang="zh-CN" altLang="en-US" sz="2800" b="1" dirty="0">
                <a:latin typeface="思源宋体 CN Heavy" panose="02020900000000000000" pitchFamily="18" charset="-122"/>
                <a:ea typeface="思源宋体 CN Heavy" panose="02020900000000000000" pitchFamily="18" charset="-122"/>
              </a:rPr>
              <a:t>问题不足讨论</a:t>
            </a:r>
          </a:p>
        </p:txBody>
      </p:sp>
      <p:sp>
        <p:nvSpPr>
          <p:cNvPr id="11" name="文本框 10"/>
          <p:cNvSpPr txBox="1"/>
          <p:nvPr/>
        </p:nvSpPr>
        <p:spPr>
          <a:xfrm>
            <a:off x="6637592" y="4035943"/>
            <a:ext cx="1629647" cy="338554"/>
          </a:xfrm>
          <a:prstGeom prst="rect">
            <a:avLst/>
          </a:prstGeom>
          <a:noFill/>
        </p:spPr>
        <p:txBody>
          <a:bodyPr wrap="square" rtlCol="0">
            <a:spAutoFit/>
          </a:bodyPr>
          <a:lstStyle/>
          <a:p>
            <a:pPr algn="dist"/>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PART</a:t>
            </a:r>
            <a:r>
              <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 </a:t>
            </a:r>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THREE</a:t>
            </a:r>
            <a:endPar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6285461" y="5003357"/>
            <a:ext cx="2333909" cy="619978"/>
          </a:xfrm>
          <a:prstGeom prst="rect">
            <a:avLst/>
          </a:prstGeom>
          <a:noFill/>
        </p:spPr>
        <p:txBody>
          <a:bodyPr wrap="square" rtlCol="0">
            <a:spAutoFit/>
          </a:bodyPr>
          <a:lstStyle/>
          <a:p>
            <a:pPr algn="ctr">
              <a:lnSpc>
                <a:spcPct val="130000"/>
              </a:lnSpc>
            </a:pPr>
            <a:r>
              <a:rPr kumimoji="1" lang="en-GB" altLang="zh-CN" sz="900" spc="50" dirty="0">
                <a:solidFill>
                  <a:schemeClr val="tx1">
                    <a:lumMod val="75000"/>
                    <a:lumOff val="25000"/>
                  </a:schemeClr>
                </a:solidFill>
                <a:latin typeface="微软雅黑" panose="020B0503020204020204" pitchFamily="34" charset="-122"/>
                <a:ea typeface="微软雅黑" panose="020B0503020204020204" pitchFamily="34" charset="-122"/>
              </a:rPr>
              <a:t>enter the relevant content you need here. thank you for downloading our ppt template file.</a:t>
            </a:r>
          </a:p>
        </p:txBody>
      </p:sp>
      <p:sp>
        <p:nvSpPr>
          <p:cNvPr id="13" name="文本框 12"/>
          <p:cNvSpPr txBox="1"/>
          <p:nvPr/>
        </p:nvSpPr>
        <p:spPr>
          <a:xfrm>
            <a:off x="8984989" y="4454492"/>
            <a:ext cx="2339102" cy="523220"/>
          </a:xfrm>
          <a:prstGeom prst="rect">
            <a:avLst/>
          </a:prstGeom>
          <a:noFill/>
        </p:spPr>
        <p:txBody>
          <a:bodyPr wrap="none" rtlCol="0">
            <a:spAutoFit/>
          </a:bodyPr>
          <a:lstStyle/>
          <a:p>
            <a:r>
              <a:rPr kumimoji="1" lang="zh-CN" altLang="en-US" sz="2800" b="1" dirty="0">
                <a:latin typeface="思源宋体 CN Heavy" panose="02020900000000000000" pitchFamily="18" charset="-122"/>
                <a:ea typeface="思源宋体 CN Heavy" panose="02020900000000000000" pitchFamily="18" charset="-122"/>
              </a:rPr>
              <a:t>问题不足讨论</a:t>
            </a:r>
          </a:p>
        </p:txBody>
      </p:sp>
      <p:sp>
        <p:nvSpPr>
          <p:cNvPr id="14" name="文本框 13"/>
          <p:cNvSpPr txBox="1"/>
          <p:nvPr/>
        </p:nvSpPr>
        <p:spPr>
          <a:xfrm>
            <a:off x="9339717" y="4035943"/>
            <a:ext cx="1629647" cy="338554"/>
          </a:xfrm>
          <a:prstGeom prst="rect">
            <a:avLst/>
          </a:prstGeom>
          <a:noFill/>
        </p:spPr>
        <p:txBody>
          <a:bodyPr wrap="square" rtlCol="0">
            <a:spAutoFit/>
          </a:bodyPr>
          <a:lstStyle/>
          <a:p>
            <a:pPr algn="dist"/>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PART</a:t>
            </a:r>
            <a:r>
              <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 </a:t>
            </a:r>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FOUR</a:t>
            </a:r>
            <a:endPar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8987586" y="5003357"/>
            <a:ext cx="2333909" cy="619978"/>
          </a:xfrm>
          <a:prstGeom prst="rect">
            <a:avLst/>
          </a:prstGeom>
          <a:noFill/>
        </p:spPr>
        <p:txBody>
          <a:bodyPr wrap="square" rtlCol="0">
            <a:spAutoFit/>
          </a:bodyPr>
          <a:lstStyle/>
          <a:p>
            <a:pPr algn="ctr">
              <a:lnSpc>
                <a:spcPct val="130000"/>
              </a:lnSpc>
            </a:pPr>
            <a:r>
              <a:rPr kumimoji="1" lang="en-GB" altLang="zh-CN" sz="900" spc="50" dirty="0">
                <a:solidFill>
                  <a:schemeClr val="tx1">
                    <a:lumMod val="75000"/>
                    <a:lumOff val="25000"/>
                  </a:schemeClr>
                </a:solidFill>
                <a:latin typeface="微软雅黑" panose="020B0503020204020204" pitchFamily="34" charset="-122"/>
                <a:ea typeface="微软雅黑" panose="020B0503020204020204" pitchFamily="34" charset="-122"/>
              </a:rPr>
              <a:t>enter the relevant content you need here. thank you for downloading our ppt template file.</a:t>
            </a:r>
          </a:p>
        </p:txBody>
      </p:sp>
      <p:sp>
        <p:nvSpPr>
          <p:cNvPr id="22" name="文本框 21"/>
          <p:cNvSpPr txBox="1"/>
          <p:nvPr/>
        </p:nvSpPr>
        <p:spPr>
          <a:xfrm>
            <a:off x="1438863" y="2972914"/>
            <a:ext cx="1372492" cy="1107996"/>
          </a:xfrm>
          <a:prstGeom prst="rect">
            <a:avLst/>
          </a:prstGeom>
          <a:noFill/>
        </p:spPr>
        <p:txBody>
          <a:bodyPr wrap="none" rtlCol="0">
            <a:spAutoFit/>
          </a:bodyPr>
          <a:lstStyle/>
          <a:p>
            <a:pPr algn="ctr"/>
            <a:r>
              <a:rPr kumimoji="1" lang="en-US" altLang="zh-CN" sz="6600" dirty="0">
                <a:gradFill>
                  <a:gsLst>
                    <a:gs pos="0">
                      <a:srgbClr val="9DDDFF"/>
                    </a:gs>
                    <a:gs pos="100000">
                      <a:srgbClr val="56A4D3"/>
                    </a:gs>
                  </a:gsLst>
                  <a:lin ang="5400000" scaled="1"/>
                </a:gradFill>
                <a:latin typeface="思源宋体 CN Heavy" panose="02020900000000000000" pitchFamily="18" charset="-122"/>
                <a:ea typeface="思源宋体 CN Heavy" panose="02020900000000000000" pitchFamily="18" charset="-122"/>
              </a:rPr>
              <a:t>O1</a:t>
            </a:r>
            <a:endParaRPr kumimoji="1" lang="zh-CN" altLang="en-US" sz="6600" dirty="0">
              <a:gradFill>
                <a:gsLst>
                  <a:gs pos="0">
                    <a:srgbClr val="9DDDFF"/>
                  </a:gs>
                  <a:gs pos="100000">
                    <a:srgbClr val="56A4D3"/>
                  </a:gs>
                </a:gsLst>
                <a:lin ang="5400000" scaled="1"/>
              </a:gradFill>
              <a:latin typeface="思源宋体 CN Heavy" panose="02020900000000000000" pitchFamily="18" charset="-122"/>
              <a:ea typeface="思源宋体 CN Heavy" panose="02020900000000000000" pitchFamily="18" charset="-122"/>
            </a:endParaRPr>
          </a:p>
        </p:txBody>
      </p:sp>
      <p:sp>
        <p:nvSpPr>
          <p:cNvPr id="23" name="文本框 22"/>
          <p:cNvSpPr txBox="1"/>
          <p:nvPr/>
        </p:nvSpPr>
        <p:spPr>
          <a:xfrm>
            <a:off x="4140988" y="2972914"/>
            <a:ext cx="1372492" cy="1107996"/>
          </a:xfrm>
          <a:prstGeom prst="rect">
            <a:avLst/>
          </a:prstGeom>
          <a:noFill/>
        </p:spPr>
        <p:txBody>
          <a:bodyPr wrap="none" rtlCol="0">
            <a:spAutoFit/>
          </a:bodyPr>
          <a:lstStyle/>
          <a:p>
            <a:pPr algn="ctr"/>
            <a:r>
              <a:rPr kumimoji="1" lang="en-US" altLang="zh-CN" sz="6600" dirty="0">
                <a:gradFill>
                  <a:gsLst>
                    <a:gs pos="0">
                      <a:srgbClr val="9DDDFF"/>
                    </a:gs>
                    <a:gs pos="100000">
                      <a:srgbClr val="56A4D3"/>
                    </a:gs>
                  </a:gsLst>
                  <a:lin ang="5400000" scaled="1"/>
                </a:gradFill>
                <a:latin typeface="思源宋体 CN Heavy" panose="02020900000000000000" pitchFamily="18" charset="-122"/>
                <a:ea typeface="思源宋体 CN Heavy" panose="02020900000000000000" pitchFamily="18" charset="-122"/>
              </a:rPr>
              <a:t>O2</a:t>
            </a:r>
            <a:endParaRPr kumimoji="1" lang="zh-CN" altLang="en-US" sz="6600" dirty="0">
              <a:gradFill>
                <a:gsLst>
                  <a:gs pos="0">
                    <a:srgbClr val="9DDDFF"/>
                  </a:gs>
                  <a:gs pos="100000">
                    <a:srgbClr val="56A4D3"/>
                  </a:gs>
                </a:gsLst>
                <a:lin ang="5400000" scaled="1"/>
              </a:gradFill>
              <a:latin typeface="思源宋体 CN Heavy" panose="02020900000000000000" pitchFamily="18" charset="-122"/>
              <a:ea typeface="思源宋体 CN Heavy" panose="02020900000000000000" pitchFamily="18" charset="-122"/>
            </a:endParaRPr>
          </a:p>
        </p:txBody>
      </p:sp>
      <p:sp>
        <p:nvSpPr>
          <p:cNvPr id="24" name="文本框 23"/>
          <p:cNvSpPr txBox="1"/>
          <p:nvPr/>
        </p:nvSpPr>
        <p:spPr>
          <a:xfrm>
            <a:off x="6843113" y="2972914"/>
            <a:ext cx="1372492" cy="1107996"/>
          </a:xfrm>
          <a:prstGeom prst="rect">
            <a:avLst/>
          </a:prstGeom>
          <a:noFill/>
        </p:spPr>
        <p:txBody>
          <a:bodyPr wrap="none" rtlCol="0">
            <a:spAutoFit/>
          </a:bodyPr>
          <a:lstStyle/>
          <a:p>
            <a:pPr algn="ctr"/>
            <a:r>
              <a:rPr kumimoji="1" lang="en-US" altLang="zh-CN" sz="6600" dirty="0">
                <a:gradFill>
                  <a:gsLst>
                    <a:gs pos="0">
                      <a:srgbClr val="9DDDFF"/>
                    </a:gs>
                    <a:gs pos="100000">
                      <a:srgbClr val="56A4D3"/>
                    </a:gs>
                  </a:gsLst>
                  <a:lin ang="5400000" scaled="1"/>
                </a:gradFill>
                <a:latin typeface="思源宋体 CN Heavy" panose="02020900000000000000" pitchFamily="18" charset="-122"/>
                <a:ea typeface="思源宋体 CN Heavy" panose="02020900000000000000" pitchFamily="18" charset="-122"/>
              </a:rPr>
              <a:t>O3</a:t>
            </a:r>
            <a:endParaRPr kumimoji="1" lang="zh-CN" altLang="en-US" sz="6600" dirty="0">
              <a:gradFill>
                <a:gsLst>
                  <a:gs pos="0">
                    <a:srgbClr val="9DDDFF"/>
                  </a:gs>
                  <a:gs pos="100000">
                    <a:srgbClr val="56A4D3"/>
                  </a:gs>
                </a:gsLst>
                <a:lin ang="5400000" scaled="1"/>
              </a:gradFill>
              <a:latin typeface="思源宋体 CN Heavy" panose="02020900000000000000" pitchFamily="18" charset="-122"/>
              <a:ea typeface="思源宋体 CN Heavy" panose="02020900000000000000" pitchFamily="18" charset="-122"/>
            </a:endParaRPr>
          </a:p>
        </p:txBody>
      </p:sp>
      <p:sp>
        <p:nvSpPr>
          <p:cNvPr id="25" name="文本框 24"/>
          <p:cNvSpPr txBox="1"/>
          <p:nvPr/>
        </p:nvSpPr>
        <p:spPr>
          <a:xfrm>
            <a:off x="9545238" y="2972914"/>
            <a:ext cx="1372492" cy="1107996"/>
          </a:xfrm>
          <a:prstGeom prst="rect">
            <a:avLst/>
          </a:prstGeom>
          <a:noFill/>
        </p:spPr>
        <p:txBody>
          <a:bodyPr wrap="none" rtlCol="0">
            <a:spAutoFit/>
          </a:bodyPr>
          <a:lstStyle/>
          <a:p>
            <a:pPr algn="ctr"/>
            <a:r>
              <a:rPr kumimoji="1" lang="en-US" altLang="zh-CN" sz="6600" dirty="0">
                <a:gradFill>
                  <a:gsLst>
                    <a:gs pos="0">
                      <a:srgbClr val="9DDDFF"/>
                    </a:gs>
                    <a:gs pos="100000">
                      <a:srgbClr val="56A4D3"/>
                    </a:gs>
                  </a:gsLst>
                  <a:lin ang="5400000" scaled="1"/>
                </a:gradFill>
                <a:latin typeface="思源宋体 CN Heavy" panose="02020900000000000000" pitchFamily="18" charset="-122"/>
                <a:ea typeface="思源宋体 CN Heavy" panose="02020900000000000000" pitchFamily="18" charset="-122"/>
              </a:rPr>
              <a:t>O4</a:t>
            </a:r>
            <a:endParaRPr kumimoji="1" lang="zh-CN" altLang="en-US" sz="6600" dirty="0">
              <a:gradFill>
                <a:gsLst>
                  <a:gs pos="0">
                    <a:srgbClr val="9DDDFF"/>
                  </a:gs>
                  <a:gs pos="100000">
                    <a:srgbClr val="56A4D3"/>
                  </a:gs>
                </a:gsLst>
                <a:lin ang="5400000" scaled="1"/>
              </a:gradFill>
              <a:latin typeface="思源宋体 CN Heavy" panose="02020900000000000000" pitchFamily="18" charset="-122"/>
              <a:ea typeface="思源宋体 CN Heavy" panose="02020900000000000000" pitchFamily="18"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圆: 空心 14"/>
          <p:cNvSpPr/>
          <p:nvPr/>
        </p:nvSpPr>
        <p:spPr>
          <a:xfrm>
            <a:off x="2131764" y="1741448"/>
            <a:ext cx="1828800" cy="1828800"/>
          </a:xfrm>
          <a:prstGeom prst="donut">
            <a:avLst/>
          </a:prstGeom>
          <a:gradFill>
            <a:gsLst>
              <a:gs pos="0">
                <a:schemeClr val="bg1">
                  <a:alpha val="0"/>
                </a:schemeClr>
              </a:gs>
              <a:gs pos="100000">
                <a:srgbClr val="56A4D3"/>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i="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7" name="文本框 16"/>
          <p:cNvSpPr txBox="1"/>
          <p:nvPr/>
        </p:nvSpPr>
        <p:spPr>
          <a:xfrm>
            <a:off x="1879521" y="1681089"/>
            <a:ext cx="2751530" cy="3416320"/>
          </a:xfrm>
          <a:prstGeom prst="rect">
            <a:avLst/>
          </a:prstGeom>
          <a:noFill/>
        </p:spPr>
        <p:txBody>
          <a:bodyPr wrap="square" rtlCol="0">
            <a:spAutoFit/>
          </a:bodyPr>
          <a:lstStyle/>
          <a:p>
            <a:pPr algn="ctr"/>
            <a:r>
              <a:rPr lang="zh-CN" altLang="en-US" sz="21600" dirty="0">
                <a:effectLst>
                  <a:outerShdw blurRad="25400" dist="12700" dir="2700000" algn="tl">
                    <a:srgbClr val="000000">
                      <a:alpha val="30000"/>
                    </a:srgbClr>
                  </a:outerShdw>
                </a:effectLst>
                <a:latin typeface="思源宋体 CN Heavy" panose="02020900000000000000" pitchFamily="18" charset="-122"/>
                <a:ea typeface="思源宋体 CN Heavy" panose="02020900000000000000" pitchFamily="18" charset="-122"/>
                <a:cs typeface="阿里巴巴普惠体" panose="00020600040101010101" charset="-122"/>
                <a:sym typeface="阿里巴巴普惠体"/>
              </a:rPr>
              <a:t>壹</a:t>
            </a:r>
          </a:p>
        </p:txBody>
      </p:sp>
      <p:sp>
        <p:nvSpPr>
          <p:cNvPr id="19" name="矩形 18"/>
          <p:cNvSpPr/>
          <p:nvPr/>
        </p:nvSpPr>
        <p:spPr>
          <a:xfrm>
            <a:off x="5518672" y="2012457"/>
            <a:ext cx="4737787" cy="117951"/>
          </a:xfrm>
          <a:prstGeom prst="rect">
            <a:avLst/>
          </a:prstGeom>
          <a:gradFill>
            <a:gsLst>
              <a:gs pos="0">
                <a:schemeClr val="bg1">
                  <a:alpha val="0"/>
                </a:schemeClr>
              </a:gs>
              <a:gs pos="100000">
                <a:srgbClr val="56A4D3"/>
              </a:gs>
            </a:gsLst>
            <a:lin ang="12000000" scaled="0"/>
          </a:gra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0" name="文本框 19"/>
          <p:cNvSpPr txBox="1"/>
          <p:nvPr/>
        </p:nvSpPr>
        <p:spPr>
          <a:xfrm>
            <a:off x="5410105" y="2372451"/>
            <a:ext cx="3624304" cy="639868"/>
          </a:xfrm>
          <a:prstGeom prst="rect">
            <a:avLst/>
          </a:prstGeom>
          <a:noFill/>
          <a:effectLst/>
        </p:spPr>
        <p:txBody>
          <a:bodyPr wrap="square" lIns="85039" tIns="42520" rIns="85039" bIns="42520" rtlCol="0">
            <a:spAutoFit/>
          </a:bodyPr>
          <a:lstStyle/>
          <a:p>
            <a:r>
              <a:rPr lang="en-US" altLang="zh-CN" sz="3600" dirty="0">
                <a:latin typeface="微软雅黑" panose="020B0503020204020204" pitchFamily="34" charset="-122"/>
                <a:ea typeface="微软雅黑" panose="020B0503020204020204" pitchFamily="34" charset="-122"/>
                <a:cs typeface="阿里巴巴普惠体" panose="00020600040101010101" charset="-122"/>
                <a:sym typeface="阿里巴巴普惠体"/>
              </a:rPr>
              <a:t>PART - O1</a:t>
            </a:r>
            <a:endParaRPr lang="zh-CN" altLang="en-US" sz="36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1" name="PA-文本框 88"/>
          <p:cNvSpPr txBox="1"/>
          <p:nvPr>
            <p:custDataLst>
              <p:tags r:id="rId2"/>
            </p:custDataLst>
          </p:nvPr>
        </p:nvSpPr>
        <p:spPr>
          <a:xfrm>
            <a:off x="5518672" y="4075542"/>
            <a:ext cx="5147535" cy="586251"/>
          </a:xfrm>
          <a:prstGeom prst="rect">
            <a:avLst/>
          </a:prstGeom>
          <a:noFill/>
        </p:spPr>
        <p:txBody>
          <a:bodyPr wrap="square" lIns="0" tIns="0" rIns="0" bIns="0" rtlCol="0">
            <a:spAutoFit/>
          </a:bodyPr>
          <a:lstStyle/>
          <a:p>
            <a:pPr hangingPunct="0">
              <a:lnSpc>
                <a:spcPct val="130000"/>
              </a:lnSpc>
            </a:pPr>
            <a:r>
              <a:rPr lang="en-US" altLang="zh-CN" sz="1000" spc="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Lorem Ipsum is simply dummy text of the printing and typesetting industry. Lorem Ipsum is simply dummy text of the printing and typesetting industry. </a:t>
            </a:r>
          </a:p>
        </p:txBody>
      </p:sp>
      <p:sp>
        <p:nvSpPr>
          <p:cNvPr id="22" name="文本框 21"/>
          <p:cNvSpPr txBox="1"/>
          <p:nvPr/>
        </p:nvSpPr>
        <p:spPr>
          <a:xfrm>
            <a:off x="5410105" y="3012319"/>
            <a:ext cx="6003948" cy="1101533"/>
          </a:xfrm>
          <a:prstGeom prst="rect">
            <a:avLst/>
          </a:prstGeom>
          <a:noFill/>
          <a:effectLst/>
        </p:spPr>
        <p:txBody>
          <a:bodyPr wrap="square" lIns="85039" tIns="42520" rIns="85039" bIns="42520" rtlCol="0">
            <a:spAutoFit/>
          </a:bodyPr>
          <a:lstStyle>
            <a:defPPr>
              <a:defRPr lang="zh-CN"/>
            </a:defPPr>
            <a:lvl1pPr>
              <a:defRPr kumimoji="1" sz="6600">
                <a:latin typeface="汉仪大宋简" panose="02010609000101010101" pitchFamily="49" charset="-122"/>
                <a:ea typeface="汉仪大宋简" panose="02010609000101010101" pitchFamily="49"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grpSp>
        <p:nvGrpSpPr>
          <p:cNvPr id="2" name="组合 1"/>
          <p:cNvGrpSpPr/>
          <p:nvPr/>
        </p:nvGrpSpPr>
        <p:grpSpPr>
          <a:xfrm>
            <a:off x="270412" y="297072"/>
            <a:ext cx="11584839" cy="713374"/>
            <a:chOff x="263598" y="297072"/>
            <a:chExt cx="11584839" cy="713374"/>
          </a:xfrm>
        </p:grpSpPr>
        <p:sp>
          <p:nvSpPr>
            <p:cNvPr id="3" name="文本框 2"/>
            <p:cNvSpPr txBox="1"/>
            <p:nvPr/>
          </p:nvSpPr>
          <p:spPr>
            <a:xfrm>
              <a:off x="263598" y="297072"/>
              <a:ext cx="1547218" cy="523220"/>
            </a:xfrm>
            <a:prstGeom prst="rect">
              <a:avLst/>
            </a:prstGeom>
            <a:noFill/>
          </p:spPr>
          <p:txBody>
            <a:bodyPr wrap="none" rtlCol="0">
              <a:spAutoFit/>
            </a:bodyPr>
            <a:lstStyle/>
            <a:p>
              <a:r>
                <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rPr>
                <a:t>第一</a:t>
              </a:r>
              <a:r>
                <a:rPr kumimoji="1" lang="en-US" altLang="zh-CN" sz="2800" dirty="0">
                  <a:solidFill>
                    <a:prstClr val="black"/>
                  </a:solidFill>
                  <a:latin typeface="微软雅黑" panose="020B0503020204020204" pitchFamily="34" charset="-122"/>
                  <a:ea typeface="微软雅黑" panose="020B0503020204020204" pitchFamily="34" charset="-122"/>
                  <a:sym typeface="阿里巴巴普惠体"/>
                </a:rPr>
                <a:t>PPT</a:t>
              </a:r>
              <a:endPar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endParaRPr>
            </a:p>
          </p:txBody>
        </p:sp>
        <p:sp>
          <p:nvSpPr>
            <p:cNvPr id="4" name="文本框 3"/>
            <p:cNvSpPr txBox="1"/>
            <p:nvPr/>
          </p:nvSpPr>
          <p:spPr>
            <a:xfrm>
              <a:off x="329937" y="748836"/>
              <a:ext cx="1645920" cy="261610"/>
            </a:xfrm>
            <a:prstGeom prst="rect">
              <a:avLst/>
            </a:prstGeom>
            <a:noFill/>
          </p:spPr>
          <p:txBody>
            <a:bodyPr wrap="square" rtlCol="0">
              <a:spAutoFit/>
            </a:bodyPr>
            <a:lstStyle/>
            <a:p>
              <a:pPr algn="dist"/>
              <a:r>
                <a:rPr kumimoji="1" lang="en-US" altLang="zh-CN" sz="1050" dirty="0">
                  <a:latin typeface="微软雅黑" panose="020B0503020204020204" pitchFamily="34" charset="-122"/>
                  <a:ea typeface="微软雅黑" panose="020B0503020204020204" pitchFamily="34" charset="-122"/>
                </a:rPr>
                <a:t>COMPANY</a:t>
              </a:r>
              <a:r>
                <a:rPr kumimoji="1" lang="zh-CN" altLang="en-US" sz="1050" dirty="0">
                  <a:latin typeface="微软雅黑" panose="020B0503020204020204" pitchFamily="34" charset="-122"/>
                  <a:ea typeface="微软雅黑" panose="020B0503020204020204" pitchFamily="34" charset="-122"/>
                </a:rPr>
                <a:t> </a:t>
              </a:r>
              <a:r>
                <a:rPr kumimoji="1" lang="en-US" altLang="zh-CN" sz="1050" dirty="0">
                  <a:latin typeface="微软雅黑" panose="020B0503020204020204" pitchFamily="34" charset="-122"/>
                  <a:ea typeface="微软雅黑" panose="020B0503020204020204" pitchFamily="34" charset="-122"/>
                </a:rPr>
                <a:t>SLOGAN</a:t>
              </a:r>
            </a:p>
          </p:txBody>
        </p:sp>
        <p:sp>
          <p:nvSpPr>
            <p:cNvPr id="5" name="文本框 4"/>
            <p:cNvSpPr txBox="1"/>
            <p:nvPr/>
          </p:nvSpPr>
          <p:spPr>
            <a:xfrm>
              <a:off x="9286242" y="337712"/>
              <a:ext cx="2562195" cy="260350"/>
            </a:xfrm>
            <a:prstGeom prst="rect">
              <a:avLst/>
            </a:prstGeom>
            <a:noFill/>
          </p:spPr>
          <p:txBody>
            <a:bodyPr wrap="square" rtlCol="0">
              <a:spAutoFit/>
            </a:bodyPr>
            <a:lstStyle/>
            <a:p>
              <a:pPr algn="dist"/>
              <a:endParaRPr kumimoji="1" lang="en-US" altLang="zh-CN" sz="1100" dirty="0">
                <a:latin typeface="微软雅黑" panose="020B0503020204020204" pitchFamily="34" charset="-122"/>
                <a:ea typeface="微软雅黑" panose="020B0503020204020204" pitchFamily="34" charset="-122"/>
              </a:endParaRPr>
            </a:p>
          </p:txBody>
        </p:sp>
      </p:grpSp>
      <p:sp>
        <p:nvSpPr>
          <p:cNvPr id="6" name="文本框 5"/>
          <p:cNvSpPr txBox="1"/>
          <p:nvPr/>
        </p:nvSpPr>
        <p:spPr>
          <a:xfrm>
            <a:off x="3209365" y="6214312"/>
            <a:ext cx="5773270" cy="307777"/>
          </a:xfrm>
          <a:prstGeom prst="rect">
            <a:avLst/>
          </a:prstGeom>
          <a:noFill/>
        </p:spPr>
        <p:txBody>
          <a:bodyPr wrap="square" rtlCol="0">
            <a:spAutoFit/>
          </a:bodyPr>
          <a:lstStyle/>
          <a:p>
            <a:pPr algn="dist"/>
            <a:r>
              <a:rPr kumimoji="1" lang="zh-CN" altLang="en-US" sz="1400" dirty="0">
                <a:solidFill>
                  <a:schemeClr val="bg1"/>
                </a:solidFill>
                <a:latin typeface="思源宋体 CN Heavy" panose="02020900000000000000" pitchFamily="18" charset="-122"/>
                <a:ea typeface="思源宋体 CN Heavy" panose="02020900000000000000" pitchFamily="18" charset="-122"/>
                <a:sym typeface="阿里巴巴普惠体"/>
              </a:rPr>
              <a:t>第一</a:t>
            </a:r>
            <a:r>
              <a:rPr kumimoji="1" lang="en-US" altLang="zh-CN" sz="1400" dirty="0">
                <a:solidFill>
                  <a:schemeClr val="bg1"/>
                </a:solidFill>
                <a:latin typeface="思源宋体 CN Heavy" panose="02020900000000000000" pitchFamily="18" charset="-122"/>
                <a:ea typeface="思源宋体 CN Heavy" panose="02020900000000000000" pitchFamily="18" charset="-122"/>
                <a:sym typeface="阿里巴巴普惠体"/>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商务办公系列</a:t>
            </a:r>
            <a:r>
              <a:rPr kumimoji="1" lang="en-US" altLang="zh-CN" sz="1400" dirty="0">
                <a:solidFill>
                  <a:schemeClr val="bg1"/>
                </a:solidFill>
                <a:latin typeface="思源宋体 CN Heavy" panose="02020900000000000000" pitchFamily="18" charset="-122"/>
                <a:ea typeface="思源宋体 CN Heavy" panose="02020900000000000000" pitchFamily="18" charset="-122"/>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模板</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847725" y="1607318"/>
            <a:ext cx="10431780" cy="5455220"/>
            <a:chOff x="847725" y="1402782"/>
            <a:chExt cx="10431780" cy="5455220"/>
          </a:xfrm>
        </p:grpSpPr>
        <p:sp>
          <p:nvSpPr>
            <p:cNvPr id="13" name="任意多边形: 形状 12"/>
            <p:cNvSpPr/>
            <p:nvPr/>
          </p:nvSpPr>
          <p:spPr>
            <a:xfrm>
              <a:off x="2221020" y="2394286"/>
              <a:ext cx="7796764" cy="4463716"/>
            </a:xfrm>
            <a:custGeom>
              <a:avLst/>
              <a:gdLst>
                <a:gd name="connsiteX0" fmla="*/ 3898382 w 7796764"/>
                <a:gd name="connsiteY0" fmla="*/ 0 h 4321227"/>
                <a:gd name="connsiteX1" fmla="*/ 7796764 w 7796764"/>
                <a:gd name="connsiteY1" fmla="*/ 3898382 h 4321227"/>
                <a:gd name="connsiteX2" fmla="*/ 7776637 w 7796764"/>
                <a:gd name="connsiteY2" fmla="*/ 4296969 h 4321227"/>
                <a:gd name="connsiteX3" fmla="*/ 7772935 w 7796764"/>
                <a:gd name="connsiteY3" fmla="*/ 4321227 h 4321227"/>
                <a:gd name="connsiteX4" fmla="*/ 23830 w 7796764"/>
                <a:gd name="connsiteY4" fmla="*/ 4321227 h 4321227"/>
                <a:gd name="connsiteX5" fmla="*/ 20127 w 7796764"/>
                <a:gd name="connsiteY5" fmla="*/ 4296969 h 4321227"/>
                <a:gd name="connsiteX6" fmla="*/ 0 w 7796764"/>
                <a:gd name="connsiteY6" fmla="*/ 3898382 h 4321227"/>
                <a:gd name="connsiteX7" fmla="*/ 3898382 w 7796764"/>
                <a:gd name="connsiteY7" fmla="*/ 0 h 4321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6764" h="4321227">
                  <a:moveTo>
                    <a:pt x="3898382" y="0"/>
                  </a:moveTo>
                  <a:cubicBezTo>
                    <a:pt x="6051399" y="0"/>
                    <a:pt x="7796764" y="1745365"/>
                    <a:pt x="7796764" y="3898382"/>
                  </a:cubicBezTo>
                  <a:cubicBezTo>
                    <a:pt x="7796764" y="4032946"/>
                    <a:pt x="7789946" y="4165917"/>
                    <a:pt x="7776637" y="4296969"/>
                  </a:cubicBezTo>
                  <a:lnTo>
                    <a:pt x="7772935" y="4321227"/>
                  </a:lnTo>
                  <a:lnTo>
                    <a:pt x="23830" y="4321227"/>
                  </a:lnTo>
                  <a:lnTo>
                    <a:pt x="20127" y="4296969"/>
                  </a:lnTo>
                  <a:cubicBezTo>
                    <a:pt x="6818" y="4165917"/>
                    <a:pt x="0" y="4032946"/>
                    <a:pt x="0" y="3898382"/>
                  </a:cubicBezTo>
                  <a:cubicBezTo>
                    <a:pt x="0" y="1745365"/>
                    <a:pt x="1745365" y="0"/>
                    <a:pt x="3898382" y="0"/>
                  </a:cubicBezTo>
                  <a:close/>
                </a:path>
              </a:pathLst>
            </a:custGeom>
            <a:gradFill>
              <a:gsLst>
                <a:gs pos="17000">
                  <a:schemeClr val="bg1">
                    <a:alpha val="0"/>
                  </a:schemeClr>
                </a:gs>
                <a:gs pos="99000">
                  <a:schemeClr val="bg1">
                    <a:lumMod val="95000"/>
                  </a:scheme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nvGrpSpPr>
            <p:cNvPr id="19" name="图形"/>
            <p:cNvGrpSpPr/>
            <p:nvPr>
              <p:custDataLst>
                <p:tags r:id="rId2"/>
              </p:custDataLst>
            </p:nvPr>
          </p:nvGrpSpPr>
          <p:grpSpPr>
            <a:xfrm>
              <a:off x="847725" y="1402782"/>
              <a:ext cx="10431780" cy="4380230"/>
              <a:chOff x="1413" y="1917"/>
              <a:chExt cx="16428" cy="6898"/>
            </a:xfrm>
          </p:grpSpPr>
          <p:sp>
            <p:nvSpPr>
              <p:cNvPr id="20" name="图形"/>
              <p:cNvSpPr/>
              <p:nvPr>
                <p:custDataLst>
                  <p:tags r:id="rId3"/>
                </p:custDataLst>
              </p:nvPr>
            </p:nvSpPr>
            <p:spPr bwMode="auto">
              <a:xfrm>
                <a:off x="10925" y="5392"/>
                <a:ext cx="2870" cy="3423"/>
              </a:xfrm>
              <a:custGeom>
                <a:avLst/>
                <a:gdLst>
                  <a:gd name="T0" fmla="*/ 600 w 1577"/>
                  <a:gd name="T1" fmla="*/ 1881 h 1881"/>
                  <a:gd name="T2" fmla="*/ 594 w 1577"/>
                  <a:gd name="T3" fmla="*/ 1790 h 1881"/>
                  <a:gd name="T4" fmla="*/ 581 w 1577"/>
                  <a:gd name="T5" fmla="*/ 1700 h 1881"/>
                  <a:gd name="T6" fmla="*/ 563 w 1577"/>
                  <a:gd name="T7" fmla="*/ 1612 h 1881"/>
                  <a:gd name="T8" fmla="*/ 539 w 1577"/>
                  <a:gd name="T9" fmla="*/ 1526 h 1881"/>
                  <a:gd name="T10" fmla="*/ 507 w 1577"/>
                  <a:gd name="T11" fmla="*/ 1443 h 1881"/>
                  <a:gd name="T12" fmla="*/ 470 w 1577"/>
                  <a:gd name="T13" fmla="*/ 1361 h 1881"/>
                  <a:gd name="T14" fmla="*/ 428 w 1577"/>
                  <a:gd name="T15" fmla="*/ 1281 h 1881"/>
                  <a:gd name="T16" fmla="*/ 377 w 1577"/>
                  <a:gd name="T17" fmla="*/ 1204 h 1881"/>
                  <a:gd name="T18" fmla="*/ 339 w 1577"/>
                  <a:gd name="T19" fmla="*/ 1151 h 1881"/>
                  <a:gd name="T20" fmla="*/ 257 w 1577"/>
                  <a:gd name="T21" fmla="*/ 1052 h 1881"/>
                  <a:gd name="T22" fmla="*/ 164 w 1577"/>
                  <a:gd name="T23" fmla="*/ 963 h 1881"/>
                  <a:gd name="T24" fmla="*/ 62 w 1577"/>
                  <a:gd name="T25" fmla="*/ 883 h 1881"/>
                  <a:gd name="T26" fmla="*/ 9 w 1577"/>
                  <a:gd name="T27" fmla="*/ 846 h 1881"/>
                  <a:gd name="T28" fmla="*/ 1 w 1577"/>
                  <a:gd name="T29" fmla="*/ 839 h 1881"/>
                  <a:gd name="T30" fmla="*/ 0 w 1577"/>
                  <a:gd name="T31" fmla="*/ 833 h 1881"/>
                  <a:gd name="T32" fmla="*/ 6 w 1577"/>
                  <a:gd name="T33" fmla="*/ 820 h 1881"/>
                  <a:gd name="T34" fmla="*/ 393 w 1577"/>
                  <a:gd name="T35" fmla="*/ 152 h 1881"/>
                  <a:gd name="T36" fmla="*/ 434 w 1577"/>
                  <a:gd name="T37" fmla="*/ 82 h 1881"/>
                  <a:gd name="T38" fmla="*/ 475 w 1577"/>
                  <a:gd name="T39" fmla="*/ 11 h 1881"/>
                  <a:gd name="T40" fmla="*/ 482 w 1577"/>
                  <a:gd name="T41" fmla="*/ 2 h 1881"/>
                  <a:gd name="T42" fmla="*/ 488 w 1577"/>
                  <a:gd name="T43" fmla="*/ 0 h 1881"/>
                  <a:gd name="T44" fmla="*/ 499 w 1577"/>
                  <a:gd name="T45" fmla="*/ 5 h 1881"/>
                  <a:gd name="T46" fmla="*/ 563 w 1577"/>
                  <a:gd name="T47" fmla="*/ 46 h 1881"/>
                  <a:gd name="T48" fmla="*/ 686 w 1577"/>
                  <a:gd name="T49" fmla="*/ 133 h 1881"/>
                  <a:gd name="T50" fmla="*/ 802 w 1577"/>
                  <a:gd name="T51" fmla="*/ 227 h 1881"/>
                  <a:gd name="T52" fmla="*/ 910 w 1577"/>
                  <a:gd name="T53" fmla="*/ 327 h 1881"/>
                  <a:gd name="T54" fmla="*/ 1012 w 1577"/>
                  <a:gd name="T55" fmla="*/ 434 h 1881"/>
                  <a:gd name="T56" fmla="*/ 1107 w 1577"/>
                  <a:gd name="T57" fmla="*/ 548 h 1881"/>
                  <a:gd name="T58" fmla="*/ 1193 w 1577"/>
                  <a:gd name="T59" fmla="*/ 670 h 1881"/>
                  <a:gd name="T60" fmla="*/ 1272 w 1577"/>
                  <a:gd name="T61" fmla="*/ 798 h 1881"/>
                  <a:gd name="T62" fmla="*/ 1311 w 1577"/>
                  <a:gd name="T63" fmla="*/ 863 h 1881"/>
                  <a:gd name="T64" fmla="*/ 1358 w 1577"/>
                  <a:gd name="T65" fmla="*/ 957 h 1881"/>
                  <a:gd name="T66" fmla="*/ 1402 w 1577"/>
                  <a:gd name="T67" fmla="*/ 1053 h 1881"/>
                  <a:gd name="T68" fmla="*/ 1440 w 1577"/>
                  <a:gd name="T69" fmla="*/ 1151 h 1881"/>
                  <a:gd name="T70" fmla="*/ 1473 w 1577"/>
                  <a:gd name="T71" fmla="*/ 1249 h 1881"/>
                  <a:gd name="T72" fmla="*/ 1502 w 1577"/>
                  <a:gd name="T73" fmla="*/ 1348 h 1881"/>
                  <a:gd name="T74" fmla="*/ 1527 w 1577"/>
                  <a:gd name="T75" fmla="*/ 1450 h 1881"/>
                  <a:gd name="T76" fmla="*/ 1547 w 1577"/>
                  <a:gd name="T77" fmla="*/ 1554 h 1881"/>
                  <a:gd name="T78" fmla="*/ 1562 w 1577"/>
                  <a:gd name="T79" fmla="*/ 1659 h 1881"/>
                  <a:gd name="T80" fmla="*/ 1568 w 1577"/>
                  <a:gd name="T81" fmla="*/ 1714 h 1881"/>
                  <a:gd name="T82" fmla="*/ 1575 w 1577"/>
                  <a:gd name="T83" fmla="*/ 1825 h 1881"/>
                  <a:gd name="T84" fmla="*/ 1577 w 1577"/>
                  <a:gd name="T85" fmla="*/ 1881 h 1881"/>
                  <a:gd name="T86" fmla="*/ 600 w 1577"/>
                  <a:gd name="T87" fmla="*/ 1881 h 1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77" h="1881">
                    <a:moveTo>
                      <a:pt x="600" y="1881"/>
                    </a:moveTo>
                    <a:lnTo>
                      <a:pt x="600" y="1881"/>
                    </a:lnTo>
                    <a:lnTo>
                      <a:pt x="598" y="1835"/>
                    </a:lnTo>
                    <a:lnTo>
                      <a:pt x="594" y="1790"/>
                    </a:lnTo>
                    <a:lnTo>
                      <a:pt x="587" y="1744"/>
                    </a:lnTo>
                    <a:lnTo>
                      <a:pt x="581" y="1700"/>
                    </a:lnTo>
                    <a:lnTo>
                      <a:pt x="572" y="1656"/>
                    </a:lnTo>
                    <a:lnTo>
                      <a:pt x="563" y="1612"/>
                    </a:lnTo>
                    <a:lnTo>
                      <a:pt x="551" y="1569"/>
                    </a:lnTo>
                    <a:lnTo>
                      <a:pt x="539" y="1526"/>
                    </a:lnTo>
                    <a:lnTo>
                      <a:pt x="524" y="1484"/>
                    </a:lnTo>
                    <a:lnTo>
                      <a:pt x="507" y="1443"/>
                    </a:lnTo>
                    <a:lnTo>
                      <a:pt x="490" y="1402"/>
                    </a:lnTo>
                    <a:lnTo>
                      <a:pt x="470" y="1361"/>
                    </a:lnTo>
                    <a:lnTo>
                      <a:pt x="449" y="1321"/>
                    </a:lnTo>
                    <a:lnTo>
                      <a:pt x="428" y="1281"/>
                    </a:lnTo>
                    <a:lnTo>
                      <a:pt x="403" y="1243"/>
                    </a:lnTo>
                    <a:lnTo>
                      <a:pt x="377" y="1204"/>
                    </a:lnTo>
                    <a:lnTo>
                      <a:pt x="377" y="1204"/>
                    </a:lnTo>
                    <a:lnTo>
                      <a:pt x="339" y="1151"/>
                    </a:lnTo>
                    <a:lnTo>
                      <a:pt x="300" y="1100"/>
                    </a:lnTo>
                    <a:lnTo>
                      <a:pt x="257" y="1052"/>
                    </a:lnTo>
                    <a:lnTo>
                      <a:pt x="211" y="1006"/>
                    </a:lnTo>
                    <a:lnTo>
                      <a:pt x="164" y="963"/>
                    </a:lnTo>
                    <a:lnTo>
                      <a:pt x="116" y="922"/>
                    </a:lnTo>
                    <a:lnTo>
                      <a:pt x="62" y="883"/>
                    </a:lnTo>
                    <a:lnTo>
                      <a:pt x="9" y="846"/>
                    </a:lnTo>
                    <a:lnTo>
                      <a:pt x="9" y="846"/>
                    </a:lnTo>
                    <a:lnTo>
                      <a:pt x="4" y="843"/>
                    </a:lnTo>
                    <a:lnTo>
                      <a:pt x="1" y="839"/>
                    </a:lnTo>
                    <a:lnTo>
                      <a:pt x="0" y="836"/>
                    </a:lnTo>
                    <a:lnTo>
                      <a:pt x="0" y="833"/>
                    </a:lnTo>
                    <a:lnTo>
                      <a:pt x="1" y="826"/>
                    </a:lnTo>
                    <a:lnTo>
                      <a:pt x="6" y="820"/>
                    </a:lnTo>
                    <a:lnTo>
                      <a:pt x="6" y="820"/>
                    </a:lnTo>
                    <a:lnTo>
                      <a:pt x="393" y="152"/>
                    </a:lnTo>
                    <a:lnTo>
                      <a:pt x="393" y="152"/>
                    </a:lnTo>
                    <a:lnTo>
                      <a:pt x="434" y="82"/>
                    </a:lnTo>
                    <a:lnTo>
                      <a:pt x="475" y="11"/>
                    </a:lnTo>
                    <a:lnTo>
                      <a:pt x="475" y="11"/>
                    </a:lnTo>
                    <a:lnTo>
                      <a:pt x="479" y="3"/>
                    </a:lnTo>
                    <a:lnTo>
                      <a:pt x="482" y="2"/>
                    </a:lnTo>
                    <a:lnTo>
                      <a:pt x="485" y="0"/>
                    </a:lnTo>
                    <a:lnTo>
                      <a:pt x="488" y="0"/>
                    </a:lnTo>
                    <a:lnTo>
                      <a:pt x="492" y="0"/>
                    </a:lnTo>
                    <a:lnTo>
                      <a:pt x="499" y="5"/>
                    </a:lnTo>
                    <a:lnTo>
                      <a:pt x="499" y="5"/>
                    </a:lnTo>
                    <a:lnTo>
                      <a:pt x="563" y="46"/>
                    </a:lnTo>
                    <a:lnTo>
                      <a:pt x="625" y="88"/>
                    </a:lnTo>
                    <a:lnTo>
                      <a:pt x="686" y="133"/>
                    </a:lnTo>
                    <a:lnTo>
                      <a:pt x="746" y="178"/>
                    </a:lnTo>
                    <a:lnTo>
                      <a:pt x="802" y="227"/>
                    </a:lnTo>
                    <a:lnTo>
                      <a:pt x="857" y="276"/>
                    </a:lnTo>
                    <a:lnTo>
                      <a:pt x="910" y="327"/>
                    </a:lnTo>
                    <a:lnTo>
                      <a:pt x="962" y="379"/>
                    </a:lnTo>
                    <a:lnTo>
                      <a:pt x="1012" y="434"/>
                    </a:lnTo>
                    <a:lnTo>
                      <a:pt x="1061" y="490"/>
                    </a:lnTo>
                    <a:lnTo>
                      <a:pt x="1107" y="548"/>
                    </a:lnTo>
                    <a:lnTo>
                      <a:pt x="1151" y="607"/>
                    </a:lnTo>
                    <a:lnTo>
                      <a:pt x="1193" y="670"/>
                    </a:lnTo>
                    <a:lnTo>
                      <a:pt x="1234" y="732"/>
                    </a:lnTo>
                    <a:lnTo>
                      <a:pt x="1272" y="798"/>
                    </a:lnTo>
                    <a:lnTo>
                      <a:pt x="1311" y="863"/>
                    </a:lnTo>
                    <a:lnTo>
                      <a:pt x="1311" y="863"/>
                    </a:lnTo>
                    <a:lnTo>
                      <a:pt x="1335" y="910"/>
                    </a:lnTo>
                    <a:lnTo>
                      <a:pt x="1358" y="957"/>
                    </a:lnTo>
                    <a:lnTo>
                      <a:pt x="1381" y="1005"/>
                    </a:lnTo>
                    <a:lnTo>
                      <a:pt x="1402" y="1053"/>
                    </a:lnTo>
                    <a:lnTo>
                      <a:pt x="1422" y="1102"/>
                    </a:lnTo>
                    <a:lnTo>
                      <a:pt x="1440" y="1151"/>
                    </a:lnTo>
                    <a:lnTo>
                      <a:pt x="1457" y="1199"/>
                    </a:lnTo>
                    <a:lnTo>
                      <a:pt x="1473" y="1249"/>
                    </a:lnTo>
                    <a:lnTo>
                      <a:pt x="1489" y="1298"/>
                    </a:lnTo>
                    <a:lnTo>
                      <a:pt x="1502" y="1348"/>
                    </a:lnTo>
                    <a:lnTo>
                      <a:pt x="1516" y="1400"/>
                    </a:lnTo>
                    <a:lnTo>
                      <a:pt x="1527" y="1450"/>
                    </a:lnTo>
                    <a:lnTo>
                      <a:pt x="1537" y="1502"/>
                    </a:lnTo>
                    <a:lnTo>
                      <a:pt x="1547" y="1554"/>
                    </a:lnTo>
                    <a:lnTo>
                      <a:pt x="1554" y="1606"/>
                    </a:lnTo>
                    <a:lnTo>
                      <a:pt x="1562" y="1659"/>
                    </a:lnTo>
                    <a:lnTo>
                      <a:pt x="1562" y="1659"/>
                    </a:lnTo>
                    <a:lnTo>
                      <a:pt x="1568" y="1714"/>
                    </a:lnTo>
                    <a:lnTo>
                      <a:pt x="1572" y="1770"/>
                    </a:lnTo>
                    <a:lnTo>
                      <a:pt x="1575" y="1825"/>
                    </a:lnTo>
                    <a:lnTo>
                      <a:pt x="1577" y="1881"/>
                    </a:lnTo>
                    <a:lnTo>
                      <a:pt x="1577" y="1881"/>
                    </a:lnTo>
                    <a:lnTo>
                      <a:pt x="600" y="1881"/>
                    </a:lnTo>
                    <a:lnTo>
                      <a:pt x="600" y="1881"/>
                    </a:lnTo>
                    <a:close/>
                  </a:path>
                </a:pathLst>
              </a:cu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 name="图形"/>
              <p:cNvSpPr/>
              <p:nvPr>
                <p:custDataLst>
                  <p:tags r:id="rId4"/>
                </p:custDataLst>
              </p:nvPr>
            </p:nvSpPr>
            <p:spPr bwMode="auto">
              <a:xfrm>
                <a:off x="5558" y="5392"/>
                <a:ext cx="2863" cy="3423"/>
              </a:xfrm>
              <a:custGeom>
                <a:avLst/>
                <a:gdLst>
                  <a:gd name="T0" fmla="*/ 32 w 1573"/>
                  <a:gd name="T1" fmla="*/ 1552 h 1881"/>
                  <a:gd name="T2" fmla="*/ 58 w 1573"/>
                  <a:gd name="T3" fmla="*/ 1418 h 1881"/>
                  <a:gd name="T4" fmla="*/ 93 w 1573"/>
                  <a:gd name="T5" fmla="*/ 1286 h 1881"/>
                  <a:gd name="T6" fmla="*/ 108 w 1573"/>
                  <a:gd name="T7" fmla="*/ 1236 h 1881"/>
                  <a:gd name="T8" fmla="*/ 143 w 1573"/>
                  <a:gd name="T9" fmla="*/ 1135 h 1881"/>
                  <a:gd name="T10" fmla="*/ 183 w 1573"/>
                  <a:gd name="T11" fmla="*/ 1038 h 1881"/>
                  <a:gd name="T12" fmla="*/ 227 w 1573"/>
                  <a:gd name="T13" fmla="*/ 941 h 1881"/>
                  <a:gd name="T14" fmla="*/ 251 w 1573"/>
                  <a:gd name="T15" fmla="*/ 893 h 1881"/>
                  <a:gd name="T16" fmla="*/ 320 w 1573"/>
                  <a:gd name="T17" fmla="*/ 770 h 1881"/>
                  <a:gd name="T18" fmla="*/ 394 w 1573"/>
                  <a:gd name="T19" fmla="*/ 653 h 1881"/>
                  <a:gd name="T20" fmla="*/ 478 w 1573"/>
                  <a:gd name="T21" fmla="*/ 539 h 1881"/>
                  <a:gd name="T22" fmla="*/ 568 w 1573"/>
                  <a:gd name="T23" fmla="*/ 431 h 1881"/>
                  <a:gd name="T24" fmla="*/ 623 w 1573"/>
                  <a:gd name="T25" fmla="*/ 371 h 1881"/>
                  <a:gd name="T26" fmla="*/ 740 w 1573"/>
                  <a:gd name="T27" fmla="*/ 259 h 1881"/>
                  <a:gd name="T28" fmla="*/ 863 w 1573"/>
                  <a:gd name="T29" fmla="*/ 154 h 1881"/>
                  <a:gd name="T30" fmla="*/ 994 w 1573"/>
                  <a:gd name="T31" fmla="*/ 60 h 1881"/>
                  <a:gd name="T32" fmla="*/ 1063 w 1573"/>
                  <a:gd name="T33" fmla="*/ 15 h 1881"/>
                  <a:gd name="T34" fmla="*/ 1072 w 1573"/>
                  <a:gd name="T35" fmla="*/ 9 h 1881"/>
                  <a:gd name="T36" fmla="*/ 1085 w 1573"/>
                  <a:gd name="T37" fmla="*/ 0 h 1881"/>
                  <a:gd name="T38" fmla="*/ 1093 w 1573"/>
                  <a:gd name="T39" fmla="*/ 2 h 1881"/>
                  <a:gd name="T40" fmla="*/ 1104 w 1573"/>
                  <a:gd name="T41" fmla="*/ 14 h 1881"/>
                  <a:gd name="T42" fmla="*/ 1226 w 1573"/>
                  <a:gd name="T43" fmla="*/ 222 h 1881"/>
                  <a:gd name="T44" fmla="*/ 1346 w 1573"/>
                  <a:gd name="T45" fmla="*/ 429 h 1881"/>
                  <a:gd name="T46" fmla="*/ 1553 w 1573"/>
                  <a:gd name="T47" fmla="*/ 787 h 1881"/>
                  <a:gd name="T48" fmla="*/ 1570 w 1573"/>
                  <a:gd name="T49" fmla="*/ 816 h 1881"/>
                  <a:gd name="T50" fmla="*/ 1573 w 1573"/>
                  <a:gd name="T51" fmla="*/ 833 h 1881"/>
                  <a:gd name="T52" fmla="*/ 1562 w 1573"/>
                  <a:gd name="T53" fmla="*/ 848 h 1881"/>
                  <a:gd name="T54" fmla="*/ 1536 w 1573"/>
                  <a:gd name="T55" fmla="*/ 868 h 1881"/>
                  <a:gd name="T56" fmla="*/ 1487 w 1573"/>
                  <a:gd name="T57" fmla="*/ 903 h 1881"/>
                  <a:gd name="T58" fmla="*/ 1398 w 1573"/>
                  <a:gd name="T59" fmla="*/ 977 h 1881"/>
                  <a:gd name="T60" fmla="*/ 1314 w 1573"/>
                  <a:gd name="T61" fmla="*/ 1059 h 1881"/>
                  <a:gd name="T62" fmla="*/ 1239 w 1573"/>
                  <a:gd name="T63" fmla="*/ 1149 h 1881"/>
                  <a:gd name="T64" fmla="*/ 1204 w 1573"/>
                  <a:gd name="T65" fmla="*/ 1196 h 1881"/>
                  <a:gd name="T66" fmla="*/ 1139 w 1573"/>
                  <a:gd name="T67" fmla="*/ 1303 h 1881"/>
                  <a:gd name="T68" fmla="*/ 1082 w 1573"/>
                  <a:gd name="T69" fmla="*/ 1412 h 1881"/>
                  <a:gd name="T70" fmla="*/ 1040 w 1573"/>
                  <a:gd name="T71" fmla="*/ 1528 h 1881"/>
                  <a:gd name="T72" fmla="*/ 1006 w 1573"/>
                  <a:gd name="T73" fmla="*/ 1648 h 1881"/>
                  <a:gd name="T74" fmla="*/ 996 w 1573"/>
                  <a:gd name="T75" fmla="*/ 1706 h 1881"/>
                  <a:gd name="T76" fmla="*/ 980 w 1573"/>
                  <a:gd name="T77" fmla="*/ 1823 h 1881"/>
                  <a:gd name="T78" fmla="*/ 977 w 1573"/>
                  <a:gd name="T79" fmla="*/ 1881 h 1881"/>
                  <a:gd name="T80" fmla="*/ 0 w 1573"/>
                  <a:gd name="T81" fmla="*/ 1881 h 1881"/>
                  <a:gd name="T82" fmla="*/ 9 w 1573"/>
                  <a:gd name="T83" fmla="*/ 1739 h 1881"/>
                  <a:gd name="T84" fmla="*/ 23 w 1573"/>
                  <a:gd name="T85" fmla="*/ 1598 h 1881"/>
                  <a:gd name="T86" fmla="*/ 27 w 1573"/>
                  <a:gd name="T87" fmla="*/ 1575 h 1881"/>
                  <a:gd name="T88" fmla="*/ 32 w 1573"/>
                  <a:gd name="T89" fmla="*/ 1552 h 1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73" h="1881">
                    <a:moveTo>
                      <a:pt x="32" y="1552"/>
                    </a:moveTo>
                    <a:lnTo>
                      <a:pt x="32" y="1552"/>
                    </a:lnTo>
                    <a:lnTo>
                      <a:pt x="44" y="1485"/>
                    </a:lnTo>
                    <a:lnTo>
                      <a:pt x="58" y="1418"/>
                    </a:lnTo>
                    <a:lnTo>
                      <a:pt x="75" y="1353"/>
                    </a:lnTo>
                    <a:lnTo>
                      <a:pt x="93" y="1286"/>
                    </a:lnTo>
                    <a:lnTo>
                      <a:pt x="93" y="1286"/>
                    </a:lnTo>
                    <a:lnTo>
                      <a:pt x="108" y="1236"/>
                    </a:lnTo>
                    <a:lnTo>
                      <a:pt x="125" y="1186"/>
                    </a:lnTo>
                    <a:lnTo>
                      <a:pt x="143" y="1135"/>
                    </a:lnTo>
                    <a:lnTo>
                      <a:pt x="163" y="1087"/>
                    </a:lnTo>
                    <a:lnTo>
                      <a:pt x="183" y="1038"/>
                    </a:lnTo>
                    <a:lnTo>
                      <a:pt x="204" y="989"/>
                    </a:lnTo>
                    <a:lnTo>
                      <a:pt x="227" y="941"/>
                    </a:lnTo>
                    <a:lnTo>
                      <a:pt x="251" y="893"/>
                    </a:lnTo>
                    <a:lnTo>
                      <a:pt x="251" y="893"/>
                    </a:lnTo>
                    <a:lnTo>
                      <a:pt x="285" y="831"/>
                    </a:lnTo>
                    <a:lnTo>
                      <a:pt x="320" y="770"/>
                    </a:lnTo>
                    <a:lnTo>
                      <a:pt x="356" y="711"/>
                    </a:lnTo>
                    <a:lnTo>
                      <a:pt x="394" y="653"/>
                    </a:lnTo>
                    <a:lnTo>
                      <a:pt x="435" y="595"/>
                    </a:lnTo>
                    <a:lnTo>
                      <a:pt x="478" y="539"/>
                    </a:lnTo>
                    <a:lnTo>
                      <a:pt x="522" y="484"/>
                    </a:lnTo>
                    <a:lnTo>
                      <a:pt x="568" y="431"/>
                    </a:lnTo>
                    <a:lnTo>
                      <a:pt x="568" y="431"/>
                    </a:lnTo>
                    <a:lnTo>
                      <a:pt x="623" y="371"/>
                    </a:lnTo>
                    <a:lnTo>
                      <a:pt x="681" y="314"/>
                    </a:lnTo>
                    <a:lnTo>
                      <a:pt x="740" y="259"/>
                    </a:lnTo>
                    <a:lnTo>
                      <a:pt x="799" y="206"/>
                    </a:lnTo>
                    <a:lnTo>
                      <a:pt x="863" y="154"/>
                    </a:lnTo>
                    <a:lnTo>
                      <a:pt x="927" y="105"/>
                    </a:lnTo>
                    <a:lnTo>
                      <a:pt x="994" y="60"/>
                    </a:lnTo>
                    <a:lnTo>
                      <a:pt x="1063" y="15"/>
                    </a:lnTo>
                    <a:lnTo>
                      <a:pt x="1063" y="15"/>
                    </a:lnTo>
                    <a:lnTo>
                      <a:pt x="1072" y="9"/>
                    </a:lnTo>
                    <a:lnTo>
                      <a:pt x="1072" y="9"/>
                    </a:lnTo>
                    <a:lnTo>
                      <a:pt x="1081" y="2"/>
                    </a:lnTo>
                    <a:lnTo>
                      <a:pt x="1085" y="0"/>
                    </a:lnTo>
                    <a:lnTo>
                      <a:pt x="1089" y="0"/>
                    </a:lnTo>
                    <a:lnTo>
                      <a:pt x="1093" y="2"/>
                    </a:lnTo>
                    <a:lnTo>
                      <a:pt x="1096" y="5"/>
                    </a:lnTo>
                    <a:lnTo>
                      <a:pt x="1104" y="14"/>
                    </a:lnTo>
                    <a:lnTo>
                      <a:pt x="1104" y="14"/>
                    </a:lnTo>
                    <a:lnTo>
                      <a:pt x="1226" y="222"/>
                    </a:lnTo>
                    <a:lnTo>
                      <a:pt x="1346" y="429"/>
                    </a:lnTo>
                    <a:lnTo>
                      <a:pt x="1346" y="429"/>
                    </a:lnTo>
                    <a:lnTo>
                      <a:pt x="1553" y="787"/>
                    </a:lnTo>
                    <a:lnTo>
                      <a:pt x="1553" y="787"/>
                    </a:lnTo>
                    <a:lnTo>
                      <a:pt x="1562" y="804"/>
                    </a:lnTo>
                    <a:lnTo>
                      <a:pt x="1570" y="816"/>
                    </a:lnTo>
                    <a:lnTo>
                      <a:pt x="1573" y="825"/>
                    </a:lnTo>
                    <a:lnTo>
                      <a:pt x="1573" y="833"/>
                    </a:lnTo>
                    <a:lnTo>
                      <a:pt x="1570" y="840"/>
                    </a:lnTo>
                    <a:lnTo>
                      <a:pt x="1562" y="848"/>
                    </a:lnTo>
                    <a:lnTo>
                      <a:pt x="1551" y="857"/>
                    </a:lnTo>
                    <a:lnTo>
                      <a:pt x="1536" y="868"/>
                    </a:lnTo>
                    <a:lnTo>
                      <a:pt x="1536" y="868"/>
                    </a:lnTo>
                    <a:lnTo>
                      <a:pt x="1487" y="903"/>
                    </a:lnTo>
                    <a:lnTo>
                      <a:pt x="1442" y="939"/>
                    </a:lnTo>
                    <a:lnTo>
                      <a:pt x="1398" y="977"/>
                    </a:lnTo>
                    <a:lnTo>
                      <a:pt x="1355" y="1017"/>
                    </a:lnTo>
                    <a:lnTo>
                      <a:pt x="1314" y="1059"/>
                    </a:lnTo>
                    <a:lnTo>
                      <a:pt x="1276" y="1103"/>
                    </a:lnTo>
                    <a:lnTo>
                      <a:pt x="1239" y="1149"/>
                    </a:lnTo>
                    <a:lnTo>
                      <a:pt x="1204" y="1196"/>
                    </a:lnTo>
                    <a:lnTo>
                      <a:pt x="1204" y="1196"/>
                    </a:lnTo>
                    <a:lnTo>
                      <a:pt x="1169" y="1248"/>
                    </a:lnTo>
                    <a:lnTo>
                      <a:pt x="1139" y="1303"/>
                    </a:lnTo>
                    <a:lnTo>
                      <a:pt x="1110" y="1356"/>
                    </a:lnTo>
                    <a:lnTo>
                      <a:pt x="1082" y="1412"/>
                    </a:lnTo>
                    <a:lnTo>
                      <a:pt x="1060" y="1470"/>
                    </a:lnTo>
                    <a:lnTo>
                      <a:pt x="1040" y="1528"/>
                    </a:lnTo>
                    <a:lnTo>
                      <a:pt x="1022" y="1587"/>
                    </a:lnTo>
                    <a:lnTo>
                      <a:pt x="1006" y="1648"/>
                    </a:lnTo>
                    <a:lnTo>
                      <a:pt x="1006" y="1648"/>
                    </a:lnTo>
                    <a:lnTo>
                      <a:pt x="996" y="1706"/>
                    </a:lnTo>
                    <a:lnTo>
                      <a:pt x="987" y="1764"/>
                    </a:lnTo>
                    <a:lnTo>
                      <a:pt x="980" y="1823"/>
                    </a:lnTo>
                    <a:lnTo>
                      <a:pt x="977" y="1881"/>
                    </a:lnTo>
                    <a:lnTo>
                      <a:pt x="977" y="1881"/>
                    </a:lnTo>
                    <a:lnTo>
                      <a:pt x="0" y="1881"/>
                    </a:lnTo>
                    <a:lnTo>
                      <a:pt x="0" y="1881"/>
                    </a:lnTo>
                    <a:lnTo>
                      <a:pt x="3" y="1809"/>
                    </a:lnTo>
                    <a:lnTo>
                      <a:pt x="9" y="1739"/>
                    </a:lnTo>
                    <a:lnTo>
                      <a:pt x="15" y="1669"/>
                    </a:lnTo>
                    <a:lnTo>
                      <a:pt x="23" y="1598"/>
                    </a:lnTo>
                    <a:lnTo>
                      <a:pt x="23" y="1598"/>
                    </a:lnTo>
                    <a:lnTo>
                      <a:pt x="27" y="1575"/>
                    </a:lnTo>
                    <a:lnTo>
                      <a:pt x="32" y="1552"/>
                    </a:lnTo>
                    <a:lnTo>
                      <a:pt x="32" y="1552"/>
                    </a:lnTo>
                    <a:close/>
                  </a:path>
                </a:pathLst>
              </a:cu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 name="图形"/>
              <p:cNvSpPr/>
              <p:nvPr>
                <p:custDataLst>
                  <p:tags r:id="rId5"/>
                </p:custDataLst>
              </p:nvPr>
            </p:nvSpPr>
            <p:spPr bwMode="auto">
              <a:xfrm>
                <a:off x="7695" y="4791"/>
                <a:ext cx="3967" cy="2040"/>
              </a:xfrm>
              <a:custGeom>
                <a:avLst/>
                <a:gdLst>
                  <a:gd name="T0" fmla="*/ 1047 w 2180"/>
                  <a:gd name="T1" fmla="*/ 0 h 1121"/>
                  <a:gd name="T2" fmla="*/ 1204 w 2180"/>
                  <a:gd name="T3" fmla="*/ 5 h 1121"/>
                  <a:gd name="T4" fmla="*/ 1350 w 2180"/>
                  <a:gd name="T5" fmla="*/ 17 h 1121"/>
                  <a:gd name="T6" fmla="*/ 1487 w 2180"/>
                  <a:gd name="T7" fmla="*/ 36 h 1121"/>
                  <a:gd name="T8" fmla="*/ 1620 w 2180"/>
                  <a:gd name="T9" fmla="*/ 64 h 1121"/>
                  <a:gd name="T10" fmla="*/ 1676 w 2180"/>
                  <a:gd name="T11" fmla="*/ 78 h 1121"/>
                  <a:gd name="T12" fmla="*/ 1790 w 2180"/>
                  <a:gd name="T13" fmla="*/ 111 h 1121"/>
                  <a:gd name="T14" fmla="*/ 1901 w 2180"/>
                  <a:gd name="T15" fmla="*/ 151 h 1121"/>
                  <a:gd name="T16" fmla="*/ 2011 w 2180"/>
                  <a:gd name="T17" fmla="*/ 195 h 1121"/>
                  <a:gd name="T18" fmla="*/ 2064 w 2180"/>
                  <a:gd name="T19" fmla="*/ 219 h 1121"/>
                  <a:gd name="T20" fmla="*/ 2117 w 2180"/>
                  <a:gd name="T21" fmla="*/ 246 h 1121"/>
                  <a:gd name="T22" fmla="*/ 2171 w 2180"/>
                  <a:gd name="T23" fmla="*/ 274 h 1121"/>
                  <a:gd name="T24" fmla="*/ 2180 w 2180"/>
                  <a:gd name="T25" fmla="*/ 281 h 1121"/>
                  <a:gd name="T26" fmla="*/ 2177 w 2180"/>
                  <a:gd name="T27" fmla="*/ 294 h 1121"/>
                  <a:gd name="T28" fmla="*/ 2088 w 2180"/>
                  <a:gd name="T29" fmla="*/ 446 h 1121"/>
                  <a:gd name="T30" fmla="*/ 2000 w 2180"/>
                  <a:gd name="T31" fmla="*/ 596 h 1121"/>
                  <a:gd name="T32" fmla="*/ 1808 w 2180"/>
                  <a:gd name="T33" fmla="*/ 928 h 1121"/>
                  <a:gd name="T34" fmla="*/ 1705 w 2180"/>
                  <a:gd name="T35" fmla="*/ 1109 h 1121"/>
                  <a:gd name="T36" fmla="*/ 1702 w 2180"/>
                  <a:gd name="T37" fmla="*/ 1114 h 1121"/>
                  <a:gd name="T38" fmla="*/ 1696 w 2180"/>
                  <a:gd name="T39" fmla="*/ 1118 h 1121"/>
                  <a:gd name="T40" fmla="*/ 1685 w 2180"/>
                  <a:gd name="T41" fmla="*/ 1118 h 1121"/>
                  <a:gd name="T42" fmla="*/ 1677 w 2180"/>
                  <a:gd name="T43" fmla="*/ 1115 h 1121"/>
                  <a:gd name="T44" fmla="*/ 1591 w 2180"/>
                  <a:gd name="T45" fmla="*/ 1074 h 1121"/>
                  <a:gd name="T46" fmla="*/ 1560 w 2180"/>
                  <a:gd name="T47" fmla="*/ 1062 h 1121"/>
                  <a:gd name="T48" fmla="*/ 1472 w 2180"/>
                  <a:gd name="T49" fmla="*/ 1032 h 1121"/>
                  <a:gd name="T50" fmla="*/ 1381 w 2180"/>
                  <a:gd name="T51" fmla="*/ 1007 h 1121"/>
                  <a:gd name="T52" fmla="*/ 1289 w 2180"/>
                  <a:gd name="T53" fmla="*/ 989 h 1121"/>
                  <a:gd name="T54" fmla="*/ 1196 w 2180"/>
                  <a:gd name="T55" fmla="*/ 978 h 1121"/>
                  <a:gd name="T56" fmla="*/ 1140 w 2180"/>
                  <a:gd name="T57" fmla="*/ 974 h 1121"/>
                  <a:gd name="T58" fmla="*/ 1029 w 2180"/>
                  <a:gd name="T59" fmla="*/ 974 h 1121"/>
                  <a:gd name="T60" fmla="*/ 919 w 2180"/>
                  <a:gd name="T61" fmla="*/ 985 h 1121"/>
                  <a:gd name="T62" fmla="*/ 810 w 2180"/>
                  <a:gd name="T63" fmla="*/ 1003 h 1121"/>
                  <a:gd name="T64" fmla="*/ 756 w 2180"/>
                  <a:gd name="T65" fmla="*/ 1016 h 1121"/>
                  <a:gd name="T66" fmla="*/ 633 w 2180"/>
                  <a:gd name="T67" fmla="*/ 1056 h 1121"/>
                  <a:gd name="T68" fmla="*/ 514 w 2180"/>
                  <a:gd name="T69" fmla="*/ 1109 h 1121"/>
                  <a:gd name="T70" fmla="*/ 495 w 2180"/>
                  <a:gd name="T71" fmla="*/ 1120 h 1121"/>
                  <a:gd name="T72" fmla="*/ 484 w 2180"/>
                  <a:gd name="T73" fmla="*/ 1121 h 1121"/>
                  <a:gd name="T74" fmla="*/ 478 w 2180"/>
                  <a:gd name="T75" fmla="*/ 1114 h 1121"/>
                  <a:gd name="T76" fmla="*/ 467 w 2180"/>
                  <a:gd name="T77" fmla="*/ 1096 h 1121"/>
                  <a:gd name="T78" fmla="*/ 301 w 2180"/>
                  <a:gd name="T79" fmla="*/ 808 h 1121"/>
                  <a:gd name="T80" fmla="*/ 88 w 2180"/>
                  <a:gd name="T81" fmla="*/ 443 h 1121"/>
                  <a:gd name="T82" fmla="*/ 3 w 2180"/>
                  <a:gd name="T83" fmla="*/ 297 h 1121"/>
                  <a:gd name="T84" fmla="*/ 0 w 2180"/>
                  <a:gd name="T85" fmla="*/ 289 h 1121"/>
                  <a:gd name="T86" fmla="*/ 1 w 2180"/>
                  <a:gd name="T87" fmla="*/ 280 h 1121"/>
                  <a:gd name="T88" fmla="*/ 10 w 2180"/>
                  <a:gd name="T89" fmla="*/ 272 h 1121"/>
                  <a:gd name="T90" fmla="*/ 68 w 2180"/>
                  <a:gd name="T91" fmla="*/ 243 h 1121"/>
                  <a:gd name="T92" fmla="*/ 185 w 2180"/>
                  <a:gd name="T93" fmla="*/ 189 h 1121"/>
                  <a:gd name="T94" fmla="*/ 304 w 2180"/>
                  <a:gd name="T95" fmla="*/ 140 h 1121"/>
                  <a:gd name="T96" fmla="*/ 428 w 2180"/>
                  <a:gd name="T97" fmla="*/ 99 h 1121"/>
                  <a:gd name="T98" fmla="*/ 490 w 2180"/>
                  <a:gd name="T99" fmla="*/ 82 h 1121"/>
                  <a:gd name="T100" fmla="*/ 654 w 2180"/>
                  <a:gd name="T101" fmla="*/ 43 h 1121"/>
                  <a:gd name="T102" fmla="*/ 822 w 2180"/>
                  <a:gd name="T103" fmla="*/ 17 h 1121"/>
                  <a:gd name="T104" fmla="*/ 887 w 2180"/>
                  <a:gd name="T105" fmla="*/ 9 h 1121"/>
                  <a:gd name="T106" fmla="*/ 1003 w 2180"/>
                  <a:gd name="T107" fmla="*/ 0 h 1121"/>
                  <a:gd name="T108" fmla="*/ 1047 w 2180"/>
                  <a:gd name="T109" fmla="*/ 0 h 1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80" h="1121">
                    <a:moveTo>
                      <a:pt x="1047" y="0"/>
                    </a:moveTo>
                    <a:lnTo>
                      <a:pt x="1047" y="0"/>
                    </a:lnTo>
                    <a:lnTo>
                      <a:pt x="1128" y="1"/>
                    </a:lnTo>
                    <a:lnTo>
                      <a:pt x="1204" y="5"/>
                    </a:lnTo>
                    <a:lnTo>
                      <a:pt x="1279" y="11"/>
                    </a:lnTo>
                    <a:lnTo>
                      <a:pt x="1350" y="17"/>
                    </a:lnTo>
                    <a:lnTo>
                      <a:pt x="1419" y="26"/>
                    </a:lnTo>
                    <a:lnTo>
                      <a:pt x="1487" y="36"/>
                    </a:lnTo>
                    <a:lnTo>
                      <a:pt x="1553" y="49"/>
                    </a:lnTo>
                    <a:lnTo>
                      <a:pt x="1620" y="64"/>
                    </a:lnTo>
                    <a:lnTo>
                      <a:pt x="1620" y="64"/>
                    </a:lnTo>
                    <a:lnTo>
                      <a:pt x="1676" y="78"/>
                    </a:lnTo>
                    <a:lnTo>
                      <a:pt x="1734" y="94"/>
                    </a:lnTo>
                    <a:lnTo>
                      <a:pt x="1790" y="111"/>
                    </a:lnTo>
                    <a:lnTo>
                      <a:pt x="1846" y="131"/>
                    </a:lnTo>
                    <a:lnTo>
                      <a:pt x="1901" y="151"/>
                    </a:lnTo>
                    <a:lnTo>
                      <a:pt x="1956" y="172"/>
                    </a:lnTo>
                    <a:lnTo>
                      <a:pt x="2011" y="195"/>
                    </a:lnTo>
                    <a:lnTo>
                      <a:pt x="2064" y="219"/>
                    </a:lnTo>
                    <a:lnTo>
                      <a:pt x="2064" y="219"/>
                    </a:lnTo>
                    <a:lnTo>
                      <a:pt x="2091" y="233"/>
                    </a:lnTo>
                    <a:lnTo>
                      <a:pt x="2117" y="246"/>
                    </a:lnTo>
                    <a:lnTo>
                      <a:pt x="2171" y="274"/>
                    </a:lnTo>
                    <a:lnTo>
                      <a:pt x="2171" y="274"/>
                    </a:lnTo>
                    <a:lnTo>
                      <a:pt x="2175" y="277"/>
                    </a:lnTo>
                    <a:lnTo>
                      <a:pt x="2180" y="281"/>
                    </a:lnTo>
                    <a:lnTo>
                      <a:pt x="2180" y="286"/>
                    </a:lnTo>
                    <a:lnTo>
                      <a:pt x="2177" y="294"/>
                    </a:lnTo>
                    <a:lnTo>
                      <a:pt x="2177" y="294"/>
                    </a:lnTo>
                    <a:lnTo>
                      <a:pt x="2088" y="446"/>
                    </a:lnTo>
                    <a:lnTo>
                      <a:pt x="2000" y="596"/>
                    </a:lnTo>
                    <a:lnTo>
                      <a:pt x="2000" y="596"/>
                    </a:lnTo>
                    <a:lnTo>
                      <a:pt x="1808" y="928"/>
                    </a:lnTo>
                    <a:lnTo>
                      <a:pt x="1808" y="928"/>
                    </a:lnTo>
                    <a:lnTo>
                      <a:pt x="1757" y="1018"/>
                    </a:lnTo>
                    <a:lnTo>
                      <a:pt x="1705" y="1109"/>
                    </a:lnTo>
                    <a:lnTo>
                      <a:pt x="1705" y="1109"/>
                    </a:lnTo>
                    <a:lnTo>
                      <a:pt x="1702" y="1114"/>
                    </a:lnTo>
                    <a:lnTo>
                      <a:pt x="1699" y="1117"/>
                    </a:lnTo>
                    <a:lnTo>
                      <a:pt x="1696" y="1118"/>
                    </a:lnTo>
                    <a:lnTo>
                      <a:pt x="1693" y="1120"/>
                    </a:lnTo>
                    <a:lnTo>
                      <a:pt x="1685" y="1118"/>
                    </a:lnTo>
                    <a:lnTo>
                      <a:pt x="1677" y="1115"/>
                    </a:lnTo>
                    <a:lnTo>
                      <a:pt x="1677" y="1115"/>
                    </a:lnTo>
                    <a:lnTo>
                      <a:pt x="1620" y="1088"/>
                    </a:lnTo>
                    <a:lnTo>
                      <a:pt x="1591" y="1074"/>
                    </a:lnTo>
                    <a:lnTo>
                      <a:pt x="1560" y="1062"/>
                    </a:lnTo>
                    <a:lnTo>
                      <a:pt x="1560" y="1062"/>
                    </a:lnTo>
                    <a:lnTo>
                      <a:pt x="1516" y="1045"/>
                    </a:lnTo>
                    <a:lnTo>
                      <a:pt x="1472" y="1032"/>
                    </a:lnTo>
                    <a:lnTo>
                      <a:pt x="1426" y="1018"/>
                    </a:lnTo>
                    <a:lnTo>
                      <a:pt x="1381" y="1007"/>
                    </a:lnTo>
                    <a:lnTo>
                      <a:pt x="1335" y="997"/>
                    </a:lnTo>
                    <a:lnTo>
                      <a:pt x="1289" y="989"/>
                    </a:lnTo>
                    <a:lnTo>
                      <a:pt x="1242" y="983"/>
                    </a:lnTo>
                    <a:lnTo>
                      <a:pt x="1196" y="978"/>
                    </a:lnTo>
                    <a:lnTo>
                      <a:pt x="1196" y="978"/>
                    </a:lnTo>
                    <a:lnTo>
                      <a:pt x="1140" y="974"/>
                    </a:lnTo>
                    <a:lnTo>
                      <a:pt x="1084" y="974"/>
                    </a:lnTo>
                    <a:lnTo>
                      <a:pt x="1029" y="974"/>
                    </a:lnTo>
                    <a:lnTo>
                      <a:pt x="974" y="978"/>
                    </a:lnTo>
                    <a:lnTo>
                      <a:pt x="919" y="985"/>
                    </a:lnTo>
                    <a:lnTo>
                      <a:pt x="864" y="992"/>
                    </a:lnTo>
                    <a:lnTo>
                      <a:pt x="810" y="1003"/>
                    </a:lnTo>
                    <a:lnTo>
                      <a:pt x="756" y="1016"/>
                    </a:lnTo>
                    <a:lnTo>
                      <a:pt x="756" y="1016"/>
                    </a:lnTo>
                    <a:lnTo>
                      <a:pt x="694" y="1035"/>
                    </a:lnTo>
                    <a:lnTo>
                      <a:pt x="633" y="1056"/>
                    </a:lnTo>
                    <a:lnTo>
                      <a:pt x="572" y="1080"/>
                    </a:lnTo>
                    <a:lnTo>
                      <a:pt x="514" y="1109"/>
                    </a:lnTo>
                    <a:lnTo>
                      <a:pt x="514" y="1109"/>
                    </a:lnTo>
                    <a:lnTo>
                      <a:pt x="495" y="1120"/>
                    </a:lnTo>
                    <a:lnTo>
                      <a:pt x="488" y="1121"/>
                    </a:lnTo>
                    <a:lnTo>
                      <a:pt x="484" y="1121"/>
                    </a:lnTo>
                    <a:lnTo>
                      <a:pt x="481" y="1120"/>
                    </a:lnTo>
                    <a:lnTo>
                      <a:pt x="478" y="1114"/>
                    </a:lnTo>
                    <a:lnTo>
                      <a:pt x="467" y="1096"/>
                    </a:lnTo>
                    <a:lnTo>
                      <a:pt x="467" y="1096"/>
                    </a:lnTo>
                    <a:lnTo>
                      <a:pt x="383" y="953"/>
                    </a:lnTo>
                    <a:lnTo>
                      <a:pt x="301" y="808"/>
                    </a:lnTo>
                    <a:lnTo>
                      <a:pt x="301" y="808"/>
                    </a:lnTo>
                    <a:lnTo>
                      <a:pt x="88" y="443"/>
                    </a:lnTo>
                    <a:lnTo>
                      <a:pt x="88" y="443"/>
                    </a:lnTo>
                    <a:lnTo>
                      <a:pt x="3" y="297"/>
                    </a:lnTo>
                    <a:lnTo>
                      <a:pt x="3" y="297"/>
                    </a:lnTo>
                    <a:lnTo>
                      <a:pt x="0" y="289"/>
                    </a:lnTo>
                    <a:lnTo>
                      <a:pt x="0" y="283"/>
                    </a:lnTo>
                    <a:lnTo>
                      <a:pt x="1" y="280"/>
                    </a:lnTo>
                    <a:lnTo>
                      <a:pt x="3" y="277"/>
                    </a:lnTo>
                    <a:lnTo>
                      <a:pt x="10" y="272"/>
                    </a:lnTo>
                    <a:lnTo>
                      <a:pt x="10" y="272"/>
                    </a:lnTo>
                    <a:lnTo>
                      <a:pt x="68" y="243"/>
                    </a:lnTo>
                    <a:lnTo>
                      <a:pt x="126" y="215"/>
                    </a:lnTo>
                    <a:lnTo>
                      <a:pt x="185" y="189"/>
                    </a:lnTo>
                    <a:lnTo>
                      <a:pt x="245" y="164"/>
                    </a:lnTo>
                    <a:lnTo>
                      <a:pt x="304" y="140"/>
                    </a:lnTo>
                    <a:lnTo>
                      <a:pt x="365" y="119"/>
                    </a:lnTo>
                    <a:lnTo>
                      <a:pt x="428" y="99"/>
                    </a:lnTo>
                    <a:lnTo>
                      <a:pt x="490" y="82"/>
                    </a:lnTo>
                    <a:lnTo>
                      <a:pt x="490" y="82"/>
                    </a:lnTo>
                    <a:lnTo>
                      <a:pt x="572" y="61"/>
                    </a:lnTo>
                    <a:lnTo>
                      <a:pt x="654" y="43"/>
                    </a:lnTo>
                    <a:lnTo>
                      <a:pt x="738" y="27"/>
                    </a:lnTo>
                    <a:lnTo>
                      <a:pt x="822" y="17"/>
                    </a:lnTo>
                    <a:lnTo>
                      <a:pt x="822" y="17"/>
                    </a:lnTo>
                    <a:lnTo>
                      <a:pt x="887" y="9"/>
                    </a:lnTo>
                    <a:lnTo>
                      <a:pt x="948" y="3"/>
                    </a:lnTo>
                    <a:lnTo>
                      <a:pt x="1003" y="0"/>
                    </a:lnTo>
                    <a:lnTo>
                      <a:pt x="1047" y="0"/>
                    </a:lnTo>
                    <a:lnTo>
                      <a:pt x="1047" y="0"/>
                    </a:lnTo>
                    <a:close/>
                  </a:path>
                </a:pathLst>
              </a:cu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3" name="图形"/>
              <p:cNvSpPr txBox="1"/>
              <p:nvPr>
                <p:custDataLst>
                  <p:tags r:id="rId6"/>
                </p:custDataLst>
              </p:nvPr>
            </p:nvSpPr>
            <p:spPr>
              <a:xfrm>
                <a:off x="1582" y="5392"/>
                <a:ext cx="2472" cy="64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20000"/>
                  </a:lnSpc>
                  <a:spcBef>
                    <a:spcPct val="0"/>
                  </a:spcBef>
                  <a:spcAft>
                    <a:spcPct val="0"/>
                  </a:spcAft>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 name="图形"/>
              <p:cNvSpPr txBox="1"/>
              <p:nvPr>
                <p:custDataLst>
                  <p:tags r:id="rId7"/>
                </p:custDataLst>
              </p:nvPr>
            </p:nvSpPr>
            <p:spPr>
              <a:xfrm>
                <a:off x="1644" y="6295"/>
                <a:ext cx="2944" cy="162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cxnSp>
            <p:nvCxnSpPr>
              <p:cNvPr id="6" name="图形"/>
              <p:cNvCxnSpPr/>
              <p:nvPr>
                <p:custDataLst>
                  <p:tags r:id="rId8"/>
                </p:custDataLst>
              </p:nvPr>
            </p:nvCxnSpPr>
            <p:spPr>
              <a:xfrm>
                <a:off x="1778" y="6136"/>
                <a:ext cx="1863" cy="0"/>
              </a:xfrm>
              <a:prstGeom prst="line">
                <a:avLst/>
              </a:prstGeom>
              <a:ln w="952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custDataLst>
                  <p:tags r:id="rId9"/>
                </p:custDataLst>
              </p:nvPr>
            </p:nvCxnSpPr>
            <p:spPr>
              <a:xfrm>
                <a:off x="1778" y="6136"/>
                <a:ext cx="671" cy="0"/>
              </a:xfrm>
              <a:prstGeom prst="line">
                <a:avLst/>
              </a:prstGeom>
              <a:ln w="31750">
                <a:solidFill>
                  <a:srgbClr val="EA7912"/>
                </a:solidFill>
              </a:ln>
            </p:spPr>
            <p:style>
              <a:lnRef idx="1">
                <a:schemeClr val="accent1"/>
              </a:lnRef>
              <a:fillRef idx="0">
                <a:schemeClr val="accent1"/>
              </a:fillRef>
              <a:effectRef idx="0">
                <a:schemeClr val="accent1"/>
              </a:effectRef>
              <a:fontRef idx="minor">
                <a:schemeClr val="tx1"/>
              </a:fontRef>
            </p:style>
          </p:cxnSp>
          <p:sp>
            <p:nvSpPr>
              <p:cNvPr id="8" name="图形"/>
              <p:cNvSpPr txBox="1"/>
              <p:nvPr>
                <p:custDataLst>
                  <p:tags r:id="rId10"/>
                </p:custDataLst>
              </p:nvPr>
            </p:nvSpPr>
            <p:spPr>
              <a:xfrm flipH="1">
                <a:off x="15369" y="5398"/>
                <a:ext cx="2472" cy="64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20000"/>
                  </a:lnSpc>
                  <a:spcBef>
                    <a:spcPct val="0"/>
                  </a:spcBef>
                  <a:spcAft>
                    <a:spcPct val="0"/>
                  </a:spcAft>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9" name="图形"/>
              <p:cNvSpPr txBox="1"/>
              <p:nvPr>
                <p:custDataLst>
                  <p:tags r:id="rId11"/>
                </p:custDataLst>
              </p:nvPr>
            </p:nvSpPr>
            <p:spPr>
              <a:xfrm flipH="1">
                <a:off x="14664" y="6296"/>
                <a:ext cx="3122" cy="162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cxnSp>
            <p:nvCxnSpPr>
              <p:cNvPr id="10" name="图形"/>
              <p:cNvCxnSpPr/>
              <p:nvPr>
                <p:custDataLst>
                  <p:tags r:id="rId12"/>
                </p:custDataLst>
              </p:nvPr>
            </p:nvCxnSpPr>
            <p:spPr>
              <a:xfrm flipH="1">
                <a:off x="15789" y="6137"/>
                <a:ext cx="1863" cy="0"/>
              </a:xfrm>
              <a:prstGeom prst="line">
                <a:avLst/>
              </a:prstGeom>
              <a:ln w="952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图形"/>
              <p:cNvCxnSpPr/>
              <p:nvPr>
                <p:custDataLst>
                  <p:tags r:id="rId13"/>
                </p:custDataLst>
              </p:nvPr>
            </p:nvCxnSpPr>
            <p:spPr>
              <a:xfrm flipH="1">
                <a:off x="16981" y="6137"/>
                <a:ext cx="671" cy="0"/>
              </a:xfrm>
              <a:prstGeom prst="line">
                <a:avLst/>
              </a:prstGeom>
              <a:ln w="31750">
                <a:solidFill>
                  <a:srgbClr val="EA7912"/>
                </a:solidFill>
              </a:ln>
            </p:spPr>
            <p:style>
              <a:lnRef idx="1">
                <a:schemeClr val="accent1"/>
              </a:lnRef>
              <a:fillRef idx="0">
                <a:schemeClr val="accent1"/>
              </a:fillRef>
              <a:effectRef idx="0">
                <a:schemeClr val="accent1"/>
              </a:effectRef>
              <a:fontRef idx="minor">
                <a:schemeClr val="tx1"/>
              </a:fontRef>
            </p:style>
          </p:cxnSp>
          <p:sp>
            <p:nvSpPr>
              <p:cNvPr id="11" name="图形"/>
              <p:cNvSpPr txBox="1"/>
              <p:nvPr>
                <p:custDataLst>
                  <p:tags r:id="rId14"/>
                </p:custDataLst>
              </p:nvPr>
            </p:nvSpPr>
            <p:spPr>
              <a:xfrm>
                <a:off x="1413" y="1917"/>
                <a:ext cx="16373" cy="11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请在此添加您的文本，文字数量简洁明了即可，不需太过冗长，请在此添加您的文本，文字数量简洁明了即可，不需太过冗长，请在此添加您的文本，文字数量简洁明了即可</a:t>
                </a:r>
              </a:p>
            </p:txBody>
          </p:sp>
          <p:grpSp>
            <p:nvGrpSpPr>
              <p:cNvPr id="14" name="图形"/>
              <p:cNvGrpSpPr/>
              <p:nvPr/>
            </p:nvGrpSpPr>
            <p:grpSpPr>
              <a:xfrm>
                <a:off x="8845" y="7407"/>
                <a:ext cx="1546" cy="1408"/>
                <a:chOff x="8205788" y="-103188"/>
                <a:chExt cx="1343025" cy="1223964"/>
              </a:xfrm>
              <a:solidFill>
                <a:schemeClr val="accent2"/>
              </a:solidFill>
            </p:grpSpPr>
            <p:sp>
              <p:nvSpPr>
                <p:cNvPr id="39" name="图形"/>
                <p:cNvSpPr>
                  <a:spLocks noChangeArrowheads="1"/>
                </p:cNvSpPr>
                <p:nvPr>
                  <p:custDataLst>
                    <p:tags r:id="rId26"/>
                  </p:custDataLst>
                </p:nvPr>
              </p:nvSpPr>
              <p:spPr bwMode="auto">
                <a:xfrm>
                  <a:off x="8288338" y="868363"/>
                  <a:ext cx="252413" cy="252413"/>
                </a:xfrm>
                <a:prstGeom prst="rect">
                  <a:avLst/>
                </a:prstGeom>
                <a:solidFill>
                  <a:srgbClr val="56A4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0" name="图形"/>
                <p:cNvSpPr>
                  <a:spLocks noChangeArrowheads="1"/>
                </p:cNvSpPr>
                <p:nvPr>
                  <p:custDataLst>
                    <p:tags r:id="rId27"/>
                  </p:custDataLst>
                </p:nvPr>
              </p:nvSpPr>
              <p:spPr bwMode="auto">
                <a:xfrm>
                  <a:off x="8624888" y="698500"/>
                  <a:ext cx="252413" cy="422275"/>
                </a:xfrm>
                <a:prstGeom prst="rect">
                  <a:avLst/>
                </a:prstGeom>
                <a:solidFill>
                  <a:srgbClr val="56A4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1" name="图形"/>
                <p:cNvSpPr>
                  <a:spLocks noChangeArrowheads="1"/>
                </p:cNvSpPr>
                <p:nvPr>
                  <p:custDataLst>
                    <p:tags r:id="rId28"/>
                  </p:custDataLst>
                </p:nvPr>
              </p:nvSpPr>
              <p:spPr bwMode="auto">
                <a:xfrm>
                  <a:off x="8961438" y="530225"/>
                  <a:ext cx="252413" cy="590550"/>
                </a:xfrm>
                <a:prstGeom prst="rect">
                  <a:avLst/>
                </a:prstGeom>
                <a:solidFill>
                  <a:srgbClr val="56A4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2" name="图形"/>
                <p:cNvSpPr>
                  <a:spLocks noChangeArrowheads="1"/>
                </p:cNvSpPr>
                <p:nvPr>
                  <p:custDataLst>
                    <p:tags r:id="rId29"/>
                  </p:custDataLst>
                </p:nvPr>
              </p:nvSpPr>
              <p:spPr bwMode="auto">
                <a:xfrm>
                  <a:off x="9297988" y="361950"/>
                  <a:ext cx="250825" cy="758825"/>
                </a:xfrm>
                <a:prstGeom prst="rect">
                  <a:avLst/>
                </a:prstGeom>
                <a:solidFill>
                  <a:srgbClr val="56A4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3" name="图形"/>
                <p:cNvSpPr/>
                <p:nvPr>
                  <p:custDataLst>
                    <p:tags r:id="rId30"/>
                  </p:custDataLst>
                </p:nvPr>
              </p:nvSpPr>
              <p:spPr bwMode="auto">
                <a:xfrm>
                  <a:off x="8205788" y="-103188"/>
                  <a:ext cx="1343025" cy="801688"/>
                </a:xfrm>
                <a:custGeom>
                  <a:avLst/>
                  <a:gdLst>
                    <a:gd name="T0" fmla="*/ 727 w 846"/>
                    <a:gd name="T1" fmla="*/ 120 h 505"/>
                    <a:gd name="T2" fmla="*/ 569 w 846"/>
                    <a:gd name="T3" fmla="*/ 120 h 505"/>
                    <a:gd name="T4" fmla="*/ 370 w 846"/>
                    <a:gd name="T5" fmla="*/ 266 h 505"/>
                    <a:gd name="T6" fmla="*/ 264 w 846"/>
                    <a:gd name="T7" fmla="*/ 213 h 505"/>
                    <a:gd name="T8" fmla="*/ 0 w 846"/>
                    <a:gd name="T9" fmla="*/ 439 h 505"/>
                    <a:gd name="T10" fmla="*/ 0 w 846"/>
                    <a:gd name="T11" fmla="*/ 505 h 505"/>
                    <a:gd name="T12" fmla="*/ 264 w 846"/>
                    <a:gd name="T13" fmla="*/ 279 h 505"/>
                    <a:gd name="T14" fmla="*/ 370 w 846"/>
                    <a:gd name="T15" fmla="*/ 333 h 505"/>
                    <a:gd name="T16" fmla="*/ 595 w 846"/>
                    <a:gd name="T17" fmla="*/ 173 h 505"/>
                    <a:gd name="T18" fmla="*/ 754 w 846"/>
                    <a:gd name="T19" fmla="*/ 173 h 505"/>
                    <a:gd name="T20" fmla="*/ 846 w 846"/>
                    <a:gd name="T21" fmla="*/ 80 h 505"/>
                    <a:gd name="T22" fmla="*/ 846 w 846"/>
                    <a:gd name="T23" fmla="*/ 0 h 505"/>
                    <a:gd name="T24" fmla="*/ 727 w 846"/>
                    <a:gd name="T25" fmla="*/ 120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5" h="505">
                      <a:moveTo>
                        <a:pt x="727" y="120"/>
                      </a:moveTo>
                      <a:lnTo>
                        <a:pt x="569" y="120"/>
                      </a:lnTo>
                      <a:lnTo>
                        <a:pt x="370" y="266"/>
                      </a:lnTo>
                      <a:lnTo>
                        <a:pt x="264" y="213"/>
                      </a:lnTo>
                      <a:lnTo>
                        <a:pt x="0" y="439"/>
                      </a:lnTo>
                      <a:lnTo>
                        <a:pt x="0" y="505"/>
                      </a:lnTo>
                      <a:lnTo>
                        <a:pt x="264" y="279"/>
                      </a:lnTo>
                      <a:lnTo>
                        <a:pt x="370" y="333"/>
                      </a:lnTo>
                      <a:lnTo>
                        <a:pt x="595" y="173"/>
                      </a:lnTo>
                      <a:lnTo>
                        <a:pt x="754" y="173"/>
                      </a:lnTo>
                      <a:lnTo>
                        <a:pt x="846" y="80"/>
                      </a:lnTo>
                      <a:lnTo>
                        <a:pt x="846" y="0"/>
                      </a:lnTo>
                      <a:lnTo>
                        <a:pt x="727" y="120"/>
                      </a:lnTo>
                      <a:close/>
                    </a:path>
                  </a:pathLst>
                </a:custGeom>
                <a:solidFill>
                  <a:srgbClr val="56A4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nvGrpSpPr>
              <p:cNvPr id="15" name="图形"/>
              <p:cNvGrpSpPr/>
              <p:nvPr/>
            </p:nvGrpSpPr>
            <p:grpSpPr>
              <a:xfrm>
                <a:off x="6700" y="6726"/>
                <a:ext cx="697" cy="681"/>
                <a:chOff x="4913313" y="1749426"/>
                <a:chExt cx="558800" cy="546100"/>
              </a:xfrm>
              <a:solidFill>
                <a:schemeClr val="bg1"/>
              </a:solidFill>
            </p:grpSpPr>
            <p:sp>
              <p:nvSpPr>
                <p:cNvPr id="16" name="图形"/>
                <p:cNvSpPr/>
                <p:nvPr>
                  <p:custDataLst>
                    <p:tags r:id="rId23"/>
                  </p:custDataLst>
                </p:nvPr>
              </p:nvSpPr>
              <p:spPr bwMode="auto">
                <a:xfrm>
                  <a:off x="4913313" y="1795463"/>
                  <a:ext cx="463550" cy="500063"/>
                </a:xfrm>
                <a:custGeom>
                  <a:avLst/>
                  <a:gdLst>
                    <a:gd name="T0" fmla="*/ 200 w 208"/>
                    <a:gd name="T1" fmla="*/ 224 h 224"/>
                    <a:gd name="T2" fmla="*/ 8 w 208"/>
                    <a:gd name="T3" fmla="*/ 224 h 224"/>
                    <a:gd name="T4" fmla="*/ 0 w 208"/>
                    <a:gd name="T5" fmla="*/ 216 h 224"/>
                    <a:gd name="T6" fmla="*/ 0 w 208"/>
                    <a:gd name="T7" fmla="*/ 8 h 224"/>
                    <a:gd name="T8" fmla="*/ 8 w 208"/>
                    <a:gd name="T9" fmla="*/ 0 h 224"/>
                    <a:gd name="T10" fmla="*/ 169 w 208"/>
                    <a:gd name="T11" fmla="*/ 0 h 224"/>
                    <a:gd name="T12" fmla="*/ 177 w 208"/>
                    <a:gd name="T13" fmla="*/ 8 h 224"/>
                    <a:gd name="T14" fmla="*/ 169 w 208"/>
                    <a:gd name="T15" fmla="*/ 16 h 224"/>
                    <a:gd name="T16" fmla="*/ 16 w 208"/>
                    <a:gd name="T17" fmla="*/ 16 h 224"/>
                    <a:gd name="T18" fmla="*/ 16 w 208"/>
                    <a:gd name="T19" fmla="*/ 208 h 224"/>
                    <a:gd name="T20" fmla="*/ 192 w 208"/>
                    <a:gd name="T21" fmla="*/ 208 h 224"/>
                    <a:gd name="T22" fmla="*/ 192 w 208"/>
                    <a:gd name="T23" fmla="*/ 90 h 224"/>
                    <a:gd name="T24" fmla="*/ 200 w 208"/>
                    <a:gd name="T25" fmla="*/ 82 h 224"/>
                    <a:gd name="T26" fmla="*/ 208 w 208"/>
                    <a:gd name="T27" fmla="*/ 90 h 224"/>
                    <a:gd name="T28" fmla="*/ 208 w 208"/>
                    <a:gd name="T29" fmla="*/ 216 h 224"/>
                    <a:gd name="T30" fmla="*/ 200 w 208"/>
                    <a:gd name="T31"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224">
                      <a:moveTo>
                        <a:pt x="200" y="224"/>
                      </a:moveTo>
                      <a:cubicBezTo>
                        <a:pt x="8" y="224"/>
                        <a:pt x="8" y="224"/>
                        <a:pt x="8" y="224"/>
                      </a:cubicBezTo>
                      <a:cubicBezTo>
                        <a:pt x="4" y="224"/>
                        <a:pt x="0" y="220"/>
                        <a:pt x="0" y="216"/>
                      </a:cubicBezTo>
                      <a:cubicBezTo>
                        <a:pt x="0" y="8"/>
                        <a:pt x="0" y="8"/>
                        <a:pt x="0" y="8"/>
                      </a:cubicBezTo>
                      <a:cubicBezTo>
                        <a:pt x="0" y="4"/>
                        <a:pt x="4" y="0"/>
                        <a:pt x="8" y="0"/>
                      </a:cubicBezTo>
                      <a:cubicBezTo>
                        <a:pt x="169" y="0"/>
                        <a:pt x="169" y="0"/>
                        <a:pt x="169" y="0"/>
                      </a:cubicBezTo>
                      <a:cubicBezTo>
                        <a:pt x="174" y="0"/>
                        <a:pt x="177" y="4"/>
                        <a:pt x="177" y="8"/>
                      </a:cubicBezTo>
                      <a:cubicBezTo>
                        <a:pt x="177" y="12"/>
                        <a:pt x="174" y="16"/>
                        <a:pt x="169" y="16"/>
                      </a:cubicBezTo>
                      <a:cubicBezTo>
                        <a:pt x="16" y="16"/>
                        <a:pt x="16" y="16"/>
                        <a:pt x="16" y="16"/>
                      </a:cubicBezTo>
                      <a:cubicBezTo>
                        <a:pt x="16" y="208"/>
                        <a:pt x="16" y="208"/>
                        <a:pt x="16" y="208"/>
                      </a:cubicBezTo>
                      <a:cubicBezTo>
                        <a:pt x="192" y="208"/>
                        <a:pt x="192" y="208"/>
                        <a:pt x="192" y="208"/>
                      </a:cubicBezTo>
                      <a:cubicBezTo>
                        <a:pt x="192" y="90"/>
                        <a:pt x="192" y="90"/>
                        <a:pt x="192" y="90"/>
                      </a:cubicBezTo>
                      <a:cubicBezTo>
                        <a:pt x="192" y="85"/>
                        <a:pt x="196" y="82"/>
                        <a:pt x="200" y="82"/>
                      </a:cubicBezTo>
                      <a:cubicBezTo>
                        <a:pt x="204" y="82"/>
                        <a:pt x="208" y="85"/>
                        <a:pt x="208" y="90"/>
                      </a:cubicBezTo>
                      <a:cubicBezTo>
                        <a:pt x="208" y="216"/>
                        <a:pt x="208" y="216"/>
                        <a:pt x="208" y="216"/>
                      </a:cubicBezTo>
                      <a:cubicBezTo>
                        <a:pt x="208" y="220"/>
                        <a:pt x="204" y="224"/>
                        <a:pt x="200" y="2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6" name="图形"/>
                <p:cNvSpPr>
                  <a:spLocks noEditPoints="1"/>
                </p:cNvSpPr>
                <p:nvPr>
                  <p:custDataLst>
                    <p:tags r:id="rId24"/>
                  </p:custDataLst>
                </p:nvPr>
              </p:nvSpPr>
              <p:spPr bwMode="auto">
                <a:xfrm>
                  <a:off x="5114925" y="1749426"/>
                  <a:ext cx="357188" cy="354013"/>
                </a:xfrm>
                <a:custGeom>
                  <a:avLst/>
                  <a:gdLst>
                    <a:gd name="T0" fmla="*/ 6 w 160"/>
                    <a:gd name="T1" fmla="*/ 159 h 159"/>
                    <a:gd name="T2" fmla="*/ 2 w 160"/>
                    <a:gd name="T3" fmla="*/ 157 h 159"/>
                    <a:gd name="T4" fmla="*/ 1 w 160"/>
                    <a:gd name="T5" fmla="*/ 151 h 159"/>
                    <a:gd name="T6" fmla="*/ 14 w 160"/>
                    <a:gd name="T7" fmla="*/ 118 h 159"/>
                    <a:gd name="T8" fmla="*/ 16 w 160"/>
                    <a:gd name="T9" fmla="*/ 116 h 159"/>
                    <a:gd name="T10" fmla="*/ 127 w 160"/>
                    <a:gd name="T11" fmla="*/ 5 h 159"/>
                    <a:gd name="T12" fmla="*/ 139 w 160"/>
                    <a:gd name="T13" fmla="*/ 0 h 159"/>
                    <a:gd name="T14" fmla="*/ 158 w 160"/>
                    <a:gd name="T15" fmla="*/ 13 h 159"/>
                    <a:gd name="T16" fmla="*/ 154 w 160"/>
                    <a:gd name="T17" fmla="*/ 32 h 159"/>
                    <a:gd name="T18" fmla="*/ 43 w 160"/>
                    <a:gd name="T19" fmla="*/ 143 h 159"/>
                    <a:gd name="T20" fmla="*/ 41 w 160"/>
                    <a:gd name="T21" fmla="*/ 145 h 159"/>
                    <a:gd name="T22" fmla="*/ 8 w 160"/>
                    <a:gd name="T23" fmla="*/ 159 h 159"/>
                    <a:gd name="T24" fmla="*/ 6 w 160"/>
                    <a:gd name="T25" fmla="*/ 159 h 159"/>
                    <a:gd name="T26" fmla="*/ 25 w 160"/>
                    <a:gd name="T27" fmla="*/ 124 h 159"/>
                    <a:gd name="T28" fmla="*/ 18 w 160"/>
                    <a:gd name="T29" fmla="*/ 142 h 159"/>
                    <a:gd name="T30" fmla="*/ 35 w 160"/>
                    <a:gd name="T31" fmla="*/ 134 h 159"/>
                    <a:gd name="T32" fmla="*/ 145 w 160"/>
                    <a:gd name="T33" fmla="*/ 24 h 159"/>
                    <a:gd name="T34" fmla="*/ 146 w 160"/>
                    <a:gd name="T35" fmla="*/ 18 h 159"/>
                    <a:gd name="T36" fmla="*/ 139 w 160"/>
                    <a:gd name="T37" fmla="*/ 12 h 159"/>
                    <a:gd name="T38" fmla="*/ 135 w 160"/>
                    <a:gd name="T39" fmla="*/ 14 h 159"/>
                    <a:gd name="T40" fmla="*/ 25 w 160"/>
                    <a:gd name="T41" fmla="*/ 124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0" h="159">
                      <a:moveTo>
                        <a:pt x="6" y="159"/>
                      </a:moveTo>
                      <a:cubicBezTo>
                        <a:pt x="5" y="159"/>
                        <a:pt x="3" y="158"/>
                        <a:pt x="2" y="157"/>
                      </a:cubicBezTo>
                      <a:cubicBezTo>
                        <a:pt x="0" y="156"/>
                        <a:pt x="0" y="153"/>
                        <a:pt x="1" y="151"/>
                      </a:cubicBezTo>
                      <a:cubicBezTo>
                        <a:pt x="14" y="118"/>
                        <a:pt x="14" y="118"/>
                        <a:pt x="14" y="118"/>
                      </a:cubicBezTo>
                      <a:cubicBezTo>
                        <a:pt x="15" y="118"/>
                        <a:pt x="15" y="117"/>
                        <a:pt x="16" y="116"/>
                      </a:cubicBezTo>
                      <a:cubicBezTo>
                        <a:pt x="127" y="5"/>
                        <a:pt x="127" y="5"/>
                        <a:pt x="127" y="5"/>
                      </a:cubicBezTo>
                      <a:cubicBezTo>
                        <a:pt x="130" y="2"/>
                        <a:pt x="134" y="0"/>
                        <a:pt x="139" y="0"/>
                      </a:cubicBezTo>
                      <a:cubicBezTo>
                        <a:pt x="147" y="0"/>
                        <a:pt x="154" y="6"/>
                        <a:pt x="158" y="13"/>
                      </a:cubicBezTo>
                      <a:cubicBezTo>
                        <a:pt x="160" y="20"/>
                        <a:pt x="159" y="27"/>
                        <a:pt x="154" y="32"/>
                      </a:cubicBezTo>
                      <a:cubicBezTo>
                        <a:pt x="43" y="143"/>
                        <a:pt x="43" y="143"/>
                        <a:pt x="43" y="143"/>
                      </a:cubicBezTo>
                      <a:cubicBezTo>
                        <a:pt x="42" y="144"/>
                        <a:pt x="42" y="144"/>
                        <a:pt x="41" y="145"/>
                      </a:cubicBezTo>
                      <a:cubicBezTo>
                        <a:pt x="8" y="159"/>
                        <a:pt x="8" y="159"/>
                        <a:pt x="8" y="159"/>
                      </a:cubicBezTo>
                      <a:cubicBezTo>
                        <a:pt x="8" y="159"/>
                        <a:pt x="7" y="159"/>
                        <a:pt x="6" y="159"/>
                      </a:cubicBezTo>
                      <a:close/>
                      <a:moveTo>
                        <a:pt x="25" y="124"/>
                      </a:moveTo>
                      <a:cubicBezTo>
                        <a:pt x="18" y="142"/>
                        <a:pt x="18" y="142"/>
                        <a:pt x="18" y="142"/>
                      </a:cubicBezTo>
                      <a:cubicBezTo>
                        <a:pt x="35" y="134"/>
                        <a:pt x="35" y="134"/>
                        <a:pt x="35" y="134"/>
                      </a:cubicBezTo>
                      <a:cubicBezTo>
                        <a:pt x="145" y="24"/>
                        <a:pt x="145" y="24"/>
                        <a:pt x="145" y="24"/>
                      </a:cubicBezTo>
                      <a:cubicBezTo>
                        <a:pt x="146" y="23"/>
                        <a:pt x="148" y="21"/>
                        <a:pt x="146" y="18"/>
                      </a:cubicBezTo>
                      <a:cubicBezTo>
                        <a:pt x="145" y="15"/>
                        <a:pt x="142" y="12"/>
                        <a:pt x="139" y="12"/>
                      </a:cubicBezTo>
                      <a:cubicBezTo>
                        <a:pt x="138" y="12"/>
                        <a:pt x="136" y="13"/>
                        <a:pt x="135" y="14"/>
                      </a:cubicBezTo>
                      <a:lnTo>
                        <a:pt x="25" y="1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7" name="图形"/>
                <p:cNvSpPr/>
                <p:nvPr>
                  <p:custDataLst>
                    <p:tags r:id="rId25"/>
                  </p:custDataLst>
                </p:nvPr>
              </p:nvSpPr>
              <p:spPr bwMode="auto">
                <a:xfrm>
                  <a:off x="5367338" y="1790701"/>
                  <a:ext cx="60325" cy="60325"/>
                </a:xfrm>
                <a:custGeom>
                  <a:avLst/>
                  <a:gdLst>
                    <a:gd name="T0" fmla="*/ 27 w 38"/>
                    <a:gd name="T1" fmla="*/ 38 h 38"/>
                    <a:gd name="T2" fmla="*/ 0 w 38"/>
                    <a:gd name="T3" fmla="*/ 13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3"/>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nvGrpSpPr>
              <p:cNvPr id="48" name="图形"/>
              <p:cNvGrpSpPr/>
              <p:nvPr/>
            </p:nvGrpSpPr>
            <p:grpSpPr>
              <a:xfrm>
                <a:off x="9343" y="5298"/>
                <a:ext cx="713" cy="673"/>
                <a:chOff x="10261600" y="2471738"/>
                <a:chExt cx="514350" cy="485775"/>
              </a:xfrm>
              <a:solidFill>
                <a:schemeClr val="bg1"/>
              </a:solidFill>
            </p:grpSpPr>
            <p:sp>
              <p:nvSpPr>
                <p:cNvPr id="49" name="图形"/>
                <p:cNvSpPr/>
                <p:nvPr>
                  <p:custDataLst>
                    <p:tags r:id="rId21"/>
                  </p:custDataLst>
                </p:nvPr>
              </p:nvSpPr>
              <p:spPr bwMode="auto">
                <a:xfrm>
                  <a:off x="10261600" y="2722563"/>
                  <a:ext cx="476250" cy="234950"/>
                </a:xfrm>
                <a:custGeom>
                  <a:avLst/>
                  <a:gdLst>
                    <a:gd name="T0" fmla="*/ 121 w 124"/>
                    <a:gd name="T1" fmla="*/ 19 h 61"/>
                    <a:gd name="T2" fmla="*/ 116 w 124"/>
                    <a:gd name="T3" fmla="*/ 21 h 61"/>
                    <a:gd name="T4" fmla="*/ 66 w 124"/>
                    <a:gd name="T5" fmla="*/ 53 h 61"/>
                    <a:gd name="T6" fmla="*/ 19 w 124"/>
                    <a:gd name="T7" fmla="*/ 25 h 61"/>
                    <a:gd name="T8" fmla="*/ 29 w 124"/>
                    <a:gd name="T9" fmla="*/ 19 h 61"/>
                    <a:gd name="T10" fmla="*/ 29 w 124"/>
                    <a:gd name="T11" fmla="*/ 16 h 61"/>
                    <a:gd name="T12" fmla="*/ 3 w 124"/>
                    <a:gd name="T13" fmla="*/ 1 h 61"/>
                    <a:gd name="T14" fmla="*/ 0 w 124"/>
                    <a:gd name="T15" fmla="*/ 2 h 61"/>
                    <a:gd name="T16" fmla="*/ 0 w 124"/>
                    <a:gd name="T17" fmla="*/ 32 h 61"/>
                    <a:gd name="T18" fmla="*/ 3 w 124"/>
                    <a:gd name="T19" fmla="*/ 34 h 61"/>
                    <a:gd name="T20" fmla="*/ 12 w 124"/>
                    <a:gd name="T21" fmla="*/ 29 h 61"/>
                    <a:gd name="T22" fmla="*/ 66 w 124"/>
                    <a:gd name="T23" fmla="*/ 61 h 61"/>
                    <a:gd name="T24" fmla="*/ 123 w 124"/>
                    <a:gd name="T25" fmla="*/ 24 h 61"/>
                    <a:gd name="T26" fmla="*/ 121 w 124"/>
                    <a:gd name="T27" fmla="*/ 1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4" h="61">
                      <a:moveTo>
                        <a:pt x="121" y="19"/>
                      </a:moveTo>
                      <a:cubicBezTo>
                        <a:pt x="119" y="18"/>
                        <a:pt x="117" y="19"/>
                        <a:pt x="116" y="21"/>
                      </a:cubicBezTo>
                      <a:cubicBezTo>
                        <a:pt x="108" y="41"/>
                        <a:pt x="88" y="53"/>
                        <a:pt x="66" y="53"/>
                      </a:cubicBezTo>
                      <a:cubicBezTo>
                        <a:pt x="46" y="53"/>
                        <a:pt x="28" y="42"/>
                        <a:pt x="19" y="25"/>
                      </a:cubicBezTo>
                      <a:cubicBezTo>
                        <a:pt x="24" y="22"/>
                        <a:pt x="29" y="20"/>
                        <a:pt x="29" y="19"/>
                      </a:cubicBezTo>
                      <a:cubicBezTo>
                        <a:pt x="31" y="18"/>
                        <a:pt x="31" y="17"/>
                        <a:pt x="29" y="16"/>
                      </a:cubicBezTo>
                      <a:cubicBezTo>
                        <a:pt x="28" y="15"/>
                        <a:pt x="4" y="1"/>
                        <a:pt x="3" y="1"/>
                      </a:cubicBezTo>
                      <a:cubicBezTo>
                        <a:pt x="2" y="0"/>
                        <a:pt x="0" y="1"/>
                        <a:pt x="0" y="2"/>
                      </a:cubicBezTo>
                      <a:cubicBezTo>
                        <a:pt x="0" y="4"/>
                        <a:pt x="0" y="30"/>
                        <a:pt x="0" y="32"/>
                      </a:cubicBezTo>
                      <a:cubicBezTo>
                        <a:pt x="0" y="34"/>
                        <a:pt x="1" y="35"/>
                        <a:pt x="3" y="34"/>
                      </a:cubicBezTo>
                      <a:cubicBezTo>
                        <a:pt x="3" y="34"/>
                        <a:pt x="7" y="32"/>
                        <a:pt x="12" y="29"/>
                      </a:cubicBezTo>
                      <a:cubicBezTo>
                        <a:pt x="23" y="49"/>
                        <a:pt x="43" y="61"/>
                        <a:pt x="66" y="61"/>
                      </a:cubicBezTo>
                      <a:cubicBezTo>
                        <a:pt x="91" y="61"/>
                        <a:pt x="114" y="47"/>
                        <a:pt x="123" y="24"/>
                      </a:cubicBezTo>
                      <a:cubicBezTo>
                        <a:pt x="124" y="22"/>
                        <a:pt x="123" y="20"/>
                        <a:pt x="12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0" name="图形"/>
                <p:cNvSpPr/>
                <p:nvPr>
                  <p:custDataLst>
                    <p:tags r:id="rId22"/>
                  </p:custDataLst>
                </p:nvPr>
              </p:nvSpPr>
              <p:spPr bwMode="auto">
                <a:xfrm>
                  <a:off x="10296525" y="2471738"/>
                  <a:ext cx="479425" cy="239712"/>
                </a:xfrm>
                <a:custGeom>
                  <a:avLst/>
                  <a:gdLst>
                    <a:gd name="T0" fmla="*/ 125 w 125"/>
                    <a:gd name="T1" fmla="*/ 29 h 62"/>
                    <a:gd name="T2" fmla="*/ 122 w 125"/>
                    <a:gd name="T3" fmla="*/ 28 h 62"/>
                    <a:gd name="T4" fmla="*/ 112 w 125"/>
                    <a:gd name="T5" fmla="*/ 33 h 62"/>
                    <a:gd name="T6" fmla="*/ 57 w 125"/>
                    <a:gd name="T7" fmla="*/ 0 h 62"/>
                    <a:gd name="T8" fmla="*/ 0 w 125"/>
                    <a:gd name="T9" fmla="*/ 38 h 62"/>
                    <a:gd name="T10" fmla="*/ 2 w 125"/>
                    <a:gd name="T11" fmla="*/ 43 h 62"/>
                    <a:gd name="T12" fmla="*/ 8 w 125"/>
                    <a:gd name="T13" fmla="*/ 41 h 62"/>
                    <a:gd name="T14" fmla="*/ 57 w 125"/>
                    <a:gd name="T15" fmla="*/ 8 h 62"/>
                    <a:gd name="T16" fmla="*/ 106 w 125"/>
                    <a:gd name="T17" fmla="*/ 37 h 62"/>
                    <a:gd name="T18" fmla="*/ 96 w 125"/>
                    <a:gd name="T19" fmla="*/ 43 h 62"/>
                    <a:gd name="T20" fmla="*/ 96 w 125"/>
                    <a:gd name="T21" fmla="*/ 46 h 62"/>
                    <a:gd name="T22" fmla="*/ 122 w 125"/>
                    <a:gd name="T23" fmla="*/ 61 h 62"/>
                    <a:gd name="T24" fmla="*/ 125 w 125"/>
                    <a:gd name="T25" fmla="*/ 60 h 62"/>
                    <a:gd name="T26" fmla="*/ 125 w 125"/>
                    <a:gd name="T27" fmla="*/ 2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5" h="62">
                      <a:moveTo>
                        <a:pt x="125" y="29"/>
                      </a:moveTo>
                      <a:cubicBezTo>
                        <a:pt x="125" y="28"/>
                        <a:pt x="124" y="27"/>
                        <a:pt x="122" y="28"/>
                      </a:cubicBezTo>
                      <a:cubicBezTo>
                        <a:pt x="122" y="28"/>
                        <a:pt x="118" y="30"/>
                        <a:pt x="112" y="33"/>
                      </a:cubicBezTo>
                      <a:cubicBezTo>
                        <a:pt x="103" y="13"/>
                        <a:pt x="82" y="0"/>
                        <a:pt x="57" y="0"/>
                      </a:cubicBezTo>
                      <a:cubicBezTo>
                        <a:pt x="32" y="0"/>
                        <a:pt x="10" y="15"/>
                        <a:pt x="0" y="38"/>
                      </a:cubicBezTo>
                      <a:cubicBezTo>
                        <a:pt x="0" y="40"/>
                        <a:pt x="0" y="42"/>
                        <a:pt x="2" y="43"/>
                      </a:cubicBezTo>
                      <a:cubicBezTo>
                        <a:pt x="5" y="44"/>
                        <a:pt x="7" y="43"/>
                        <a:pt x="8" y="41"/>
                      </a:cubicBezTo>
                      <a:cubicBezTo>
                        <a:pt x="16" y="21"/>
                        <a:pt x="36" y="8"/>
                        <a:pt x="57" y="8"/>
                      </a:cubicBezTo>
                      <a:cubicBezTo>
                        <a:pt x="79" y="8"/>
                        <a:pt x="97" y="19"/>
                        <a:pt x="106" y="37"/>
                      </a:cubicBezTo>
                      <a:cubicBezTo>
                        <a:pt x="101" y="40"/>
                        <a:pt x="96" y="43"/>
                        <a:pt x="96" y="43"/>
                      </a:cubicBezTo>
                      <a:cubicBezTo>
                        <a:pt x="94" y="44"/>
                        <a:pt x="94" y="46"/>
                        <a:pt x="96" y="46"/>
                      </a:cubicBezTo>
                      <a:cubicBezTo>
                        <a:pt x="97" y="47"/>
                        <a:pt x="121" y="60"/>
                        <a:pt x="122" y="61"/>
                      </a:cubicBezTo>
                      <a:cubicBezTo>
                        <a:pt x="124" y="62"/>
                        <a:pt x="125" y="61"/>
                        <a:pt x="125" y="60"/>
                      </a:cubicBezTo>
                      <a:cubicBezTo>
                        <a:pt x="125" y="57"/>
                        <a:pt x="125" y="31"/>
                        <a:pt x="125"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nvGrpSpPr>
              <p:cNvPr id="51" name="图形"/>
              <p:cNvGrpSpPr/>
              <p:nvPr/>
            </p:nvGrpSpPr>
            <p:grpSpPr>
              <a:xfrm>
                <a:off x="12185" y="6731"/>
                <a:ext cx="523" cy="523"/>
                <a:chOff x="6862762" y="4171951"/>
                <a:chExt cx="371476" cy="371474"/>
              </a:xfrm>
              <a:solidFill>
                <a:schemeClr val="bg1"/>
              </a:solidFill>
            </p:grpSpPr>
            <p:sp>
              <p:nvSpPr>
                <p:cNvPr id="52" name="图形"/>
                <p:cNvSpPr/>
                <p:nvPr>
                  <p:custDataLst>
                    <p:tags r:id="rId15"/>
                  </p:custDataLst>
                </p:nvPr>
              </p:nvSpPr>
              <p:spPr bwMode="auto">
                <a:xfrm>
                  <a:off x="6862762" y="4208463"/>
                  <a:ext cx="165100" cy="334962"/>
                </a:xfrm>
                <a:custGeom>
                  <a:avLst/>
                  <a:gdLst>
                    <a:gd name="T0" fmla="*/ 102 w 108"/>
                    <a:gd name="T1" fmla="*/ 220 h 220"/>
                    <a:gd name="T2" fmla="*/ 27 w 108"/>
                    <a:gd name="T3" fmla="*/ 220 h 220"/>
                    <a:gd name="T4" fmla="*/ 0 w 108"/>
                    <a:gd name="T5" fmla="*/ 194 h 220"/>
                    <a:gd name="T6" fmla="*/ 0 w 108"/>
                    <a:gd name="T7" fmla="*/ 6 h 220"/>
                    <a:gd name="T8" fmla="*/ 6 w 108"/>
                    <a:gd name="T9" fmla="*/ 0 h 220"/>
                    <a:gd name="T10" fmla="*/ 12 w 108"/>
                    <a:gd name="T11" fmla="*/ 6 h 220"/>
                    <a:gd name="T12" fmla="*/ 12 w 108"/>
                    <a:gd name="T13" fmla="*/ 194 h 220"/>
                    <a:gd name="T14" fmla="*/ 27 w 108"/>
                    <a:gd name="T15" fmla="*/ 208 h 220"/>
                    <a:gd name="T16" fmla="*/ 102 w 108"/>
                    <a:gd name="T17" fmla="*/ 208 h 220"/>
                    <a:gd name="T18" fmla="*/ 108 w 108"/>
                    <a:gd name="T19" fmla="*/ 214 h 220"/>
                    <a:gd name="T20" fmla="*/ 102 w 108"/>
                    <a:gd name="T21"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220">
                      <a:moveTo>
                        <a:pt x="102" y="220"/>
                      </a:moveTo>
                      <a:cubicBezTo>
                        <a:pt x="27" y="220"/>
                        <a:pt x="27" y="220"/>
                        <a:pt x="27" y="220"/>
                      </a:cubicBezTo>
                      <a:cubicBezTo>
                        <a:pt x="12" y="220"/>
                        <a:pt x="0" y="209"/>
                        <a:pt x="0" y="194"/>
                      </a:cubicBezTo>
                      <a:cubicBezTo>
                        <a:pt x="0" y="6"/>
                        <a:pt x="0" y="6"/>
                        <a:pt x="0" y="6"/>
                      </a:cubicBezTo>
                      <a:cubicBezTo>
                        <a:pt x="0" y="3"/>
                        <a:pt x="3" y="0"/>
                        <a:pt x="6" y="0"/>
                      </a:cubicBezTo>
                      <a:cubicBezTo>
                        <a:pt x="10" y="0"/>
                        <a:pt x="12" y="3"/>
                        <a:pt x="12" y="6"/>
                      </a:cubicBezTo>
                      <a:cubicBezTo>
                        <a:pt x="12" y="194"/>
                        <a:pt x="12" y="194"/>
                        <a:pt x="12" y="194"/>
                      </a:cubicBezTo>
                      <a:cubicBezTo>
                        <a:pt x="12" y="202"/>
                        <a:pt x="19" y="208"/>
                        <a:pt x="27" y="208"/>
                      </a:cubicBezTo>
                      <a:cubicBezTo>
                        <a:pt x="102" y="208"/>
                        <a:pt x="102" y="208"/>
                        <a:pt x="102" y="208"/>
                      </a:cubicBezTo>
                      <a:cubicBezTo>
                        <a:pt x="106" y="208"/>
                        <a:pt x="108" y="211"/>
                        <a:pt x="108" y="214"/>
                      </a:cubicBezTo>
                      <a:cubicBezTo>
                        <a:pt x="108" y="218"/>
                        <a:pt x="106" y="220"/>
                        <a:pt x="102" y="2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 name="图形"/>
                <p:cNvSpPr/>
                <p:nvPr>
                  <p:custDataLst>
                    <p:tags r:id="rId16"/>
                  </p:custDataLst>
                </p:nvPr>
              </p:nvSpPr>
              <p:spPr bwMode="auto">
                <a:xfrm>
                  <a:off x="6899275" y="4208463"/>
                  <a:ext cx="261938" cy="19050"/>
                </a:xfrm>
                <a:custGeom>
                  <a:avLst/>
                  <a:gdLst>
                    <a:gd name="T0" fmla="*/ 166 w 172"/>
                    <a:gd name="T1" fmla="*/ 12 h 12"/>
                    <a:gd name="T2" fmla="*/ 6 w 172"/>
                    <a:gd name="T3" fmla="*/ 12 h 12"/>
                    <a:gd name="T4" fmla="*/ 0 w 172"/>
                    <a:gd name="T5" fmla="*/ 6 h 12"/>
                    <a:gd name="T6" fmla="*/ 6 w 172"/>
                    <a:gd name="T7" fmla="*/ 0 h 12"/>
                    <a:gd name="T8" fmla="*/ 166 w 172"/>
                    <a:gd name="T9" fmla="*/ 0 h 12"/>
                    <a:gd name="T10" fmla="*/ 172 w 172"/>
                    <a:gd name="T11" fmla="*/ 6 h 12"/>
                    <a:gd name="T12" fmla="*/ 166 w 1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72" h="12">
                      <a:moveTo>
                        <a:pt x="166" y="12"/>
                      </a:moveTo>
                      <a:cubicBezTo>
                        <a:pt x="6" y="12"/>
                        <a:pt x="6" y="12"/>
                        <a:pt x="6" y="12"/>
                      </a:cubicBezTo>
                      <a:cubicBezTo>
                        <a:pt x="3" y="12"/>
                        <a:pt x="0" y="10"/>
                        <a:pt x="0" y="6"/>
                      </a:cubicBezTo>
                      <a:cubicBezTo>
                        <a:pt x="0" y="3"/>
                        <a:pt x="3" y="0"/>
                        <a:pt x="6" y="0"/>
                      </a:cubicBezTo>
                      <a:cubicBezTo>
                        <a:pt x="166" y="0"/>
                        <a:pt x="166" y="0"/>
                        <a:pt x="166" y="0"/>
                      </a:cubicBezTo>
                      <a:cubicBezTo>
                        <a:pt x="170" y="0"/>
                        <a:pt x="172" y="3"/>
                        <a:pt x="172" y="6"/>
                      </a:cubicBezTo>
                      <a:cubicBezTo>
                        <a:pt x="172" y="10"/>
                        <a:pt x="170" y="12"/>
                        <a:pt x="16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6" name="图形"/>
                <p:cNvSpPr/>
                <p:nvPr>
                  <p:custDataLst>
                    <p:tags r:id="rId17"/>
                  </p:custDataLst>
                </p:nvPr>
              </p:nvSpPr>
              <p:spPr bwMode="auto">
                <a:xfrm>
                  <a:off x="6862762" y="4171951"/>
                  <a:ext cx="311150" cy="139700"/>
                </a:xfrm>
                <a:custGeom>
                  <a:avLst/>
                  <a:gdLst>
                    <a:gd name="T0" fmla="*/ 198 w 204"/>
                    <a:gd name="T1" fmla="*/ 92 h 92"/>
                    <a:gd name="T2" fmla="*/ 192 w 204"/>
                    <a:gd name="T3" fmla="*/ 86 h 92"/>
                    <a:gd name="T4" fmla="*/ 192 w 204"/>
                    <a:gd name="T5" fmla="*/ 60 h 92"/>
                    <a:gd name="T6" fmla="*/ 30 w 204"/>
                    <a:gd name="T7" fmla="*/ 60 h 92"/>
                    <a:gd name="T8" fmla="*/ 0 w 204"/>
                    <a:gd name="T9" fmla="*/ 30 h 92"/>
                    <a:gd name="T10" fmla="*/ 30 w 204"/>
                    <a:gd name="T11" fmla="*/ 0 h 92"/>
                    <a:gd name="T12" fmla="*/ 198 w 204"/>
                    <a:gd name="T13" fmla="*/ 0 h 92"/>
                    <a:gd name="T14" fmla="*/ 204 w 204"/>
                    <a:gd name="T15" fmla="*/ 6 h 92"/>
                    <a:gd name="T16" fmla="*/ 198 w 204"/>
                    <a:gd name="T17" fmla="*/ 12 h 92"/>
                    <a:gd name="T18" fmla="*/ 30 w 204"/>
                    <a:gd name="T19" fmla="*/ 12 h 92"/>
                    <a:gd name="T20" fmla="*/ 12 w 204"/>
                    <a:gd name="T21" fmla="*/ 30 h 92"/>
                    <a:gd name="T22" fmla="*/ 30 w 204"/>
                    <a:gd name="T23" fmla="*/ 48 h 92"/>
                    <a:gd name="T24" fmla="*/ 198 w 204"/>
                    <a:gd name="T25" fmla="*/ 48 h 92"/>
                    <a:gd name="T26" fmla="*/ 204 w 204"/>
                    <a:gd name="T27" fmla="*/ 54 h 92"/>
                    <a:gd name="T28" fmla="*/ 204 w 204"/>
                    <a:gd name="T29" fmla="*/ 86 h 92"/>
                    <a:gd name="T30" fmla="*/ 198 w 204"/>
                    <a:gd name="T31"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4" h="92">
                      <a:moveTo>
                        <a:pt x="198" y="92"/>
                      </a:moveTo>
                      <a:cubicBezTo>
                        <a:pt x="195" y="92"/>
                        <a:pt x="192" y="90"/>
                        <a:pt x="192" y="86"/>
                      </a:cubicBezTo>
                      <a:cubicBezTo>
                        <a:pt x="192" y="60"/>
                        <a:pt x="192" y="60"/>
                        <a:pt x="192" y="60"/>
                      </a:cubicBezTo>
                      <a:cubicBezTo>
                        <a:pt x="30" y="60"/>
                        <a:pt x="30" y="60"/>
                        <a:pt x="30" y="60"/>
                      </a:cubicBezTo>
                      <a:cubicBezTo>
                        <a:pt x="14" y="60"/>
                        <a:pt x="0" y="47"/>
                        <a:pt x="0" y="30"/>
                      </a:cubicBezTo>
                      <a:cubicBezTo>
                        <a:pt x="0" y="14"/>
                        <a:pt x="14" y="0"/>
                        <a:pt x="30" y="0"/>
                      </a:cubicBezTo>
                      <a:cubicBezTo>
                        <a:pt x="198" y="0"/>
                        <a:pt x="198" y="0"/>
                        <a:pt x="198" y="0"/>
                      </a:cubicBezTo>
                      <a:cubicBezTo>
                        <a:pt x="202" y="0"/>
                        <a:pt x="204" y="3"/>
                        <a:pt x="204" y="6"/>
                      </a:cubicBezTo>
                      <a:cubicBezTo>
                        <a:pt x="204" y="10"/>
                        <a:pt x="202" y="12"/>
                        <a:pt x="198" y="12"/>
                      </a:cubicBezTo>
                      <a:cubicBezTo>
                        <a:pt x="30" y="12"/>
                        <a:pt x="30" y="12"/>
                        <a:pt x="30" y="12"/>
                      </a:cubicBezTo>
                      <a:cubicBezTo>
                        <a:pt x="20" y="12"/>
                        <a:pt x="12" y="20"/>
                        <a:pt x="12" y="30"/>
                      </a:cubicBezTo>
                      <a:cubicBezTo>
                        <a:pt x="12" y="40"/>
                        <a:pt x="20" y="48"/>
                        <a:pt x="30" y="48"/>
                      </a:cubicBezTo>
                      <a:cubicBezTo>
                        <a:pt x="198" y="48"/>
                        <a:pt x="198" y="48"/>
                        <a:pt x="198" y="48"/>
                      </a:cubicBezTo>
                      <a:cubicBezTo>
                        <a:pt x="202" y="48"/>
                        <a:pt x="204" y="51"/>
                        <a:pt x="204" y="54"/>
                      </a:cubicBezTo>
                      <a:cubicBezTo>
                        <a:pt x="204" y="86"/>
                        <a:pt x="204" y="86"/>
                        <a:pt x="204" y="86"/>
                      </a:cubicBezTo>
                      <a:cubicBezTo>
                        <a:pt x="204" y="90"/>
                        <a:pt x="202" y="92"/>
                        <a:pt x="198"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7" name="图形"/>
                <p:cNvSpPr/>
                <p:nvPr>
                  <p:custDataLst>
                    <p:tags r:id="rId18"/>
                  </p:custDataLst>
                </p:nvPr>
              </p:nvSpPr>
              <p:spPr bwMode="auto">
                <a:xfrm>
                  <a:off x="7118350" y="4384675"/>
                  <a:ext cx="19050" cy="104775"/>
                </a:xfrm>
                <a:custGeom>
                  <a:avLst/>
                  <a:gdLst>
                    <a:gd name="T0" fmla="*/ 6 w 12"/>
                    <a:gd name="T1" fmla="*/ 68 h 68"/>
                    <a:gd name="T2" fmla="*/ 0 w 12"/>
                    <a:gd name="T3" fmla="*/ 62 h 68"/>
                    <a:gd name="T4" fmla="*/ 0 w 12"/>
                    <a:gd name="T5" fmla="*/ 6 h 68"/>
                    <a:gd name="T6" fmla="*/ 6 w 12"/>
                    <a:gd name="T7" fmla="*/ 0 h 68"/>
                    <a:gd name="T8" fmla="*/ 12 w 12"/>
                    <a:gd name="T9" fmla="*/ 6 h 68"/>
                    <a:gd name="T10" fmla="*/ 12 w 12"/>
                    <a:gd name="T11" fmla="*/ 62 h 68"/>
                    <a:gd name="T12" fmla="*/ 6 w 12"/>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12" h="68">
                      <a:moveTo>
                        <a:pt x="6" y="68"/>
                      </a:moveTo>
                      <a:cubicBezTo>
                        <a:pt x="3" y="68"/>
                        <a:pt x="0" y="66"/>
                        <a:pt x="0" y="62"/>
                      </a:cubicBezTo>
                      <a:cubicBezTo>
                        <a:pt x="0" y="6"/>
                        <a:pt x="0" y="6"/>
                        <a:pt x="0" y="6"/>
                      </a:cubicBezTo>
                      <a:cubicBezTo>
                        <a:pt x="0" y="3"/>
                        <a:pt x="3" y="0"/>
                        <a:pt x="6" y="0"/>
                      </a:cubicBezTo>
                      <a:cubicBezTo>
                        <a:pt x="10" y="0"/>
                        <a:pt x="12" y="3"/>
                        <a:pt x="12" y="6"/>
                      </a:cubicBezTo>
                      <a:cubicBezTo>
                        <a:pt x="12" y="62"/>
                        <a:pt x="12" y="62"/>
                        <a:pt x="12" y="62"/>
                      </a:cubicBezTo>
                      <a:cubicBezTo>
                        <a:pt x="12" y="66"/>
                        <a:pt x="10" y="68"/>
                        <a:pt x="6" y="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8" name="图形"/>
                <p:cNvSpPr/>
                <p:nvPr>
                  <p:custDataLst>
                    <p:tags r:id="rId19"/>
                  </p:custDataLst>
                </p:nvPr>
              </p:nvSpPr>
              <p:spPr bwMode="auto">
                <a:xfrm>
                  <a:off x="7081838" y="4433888"/>
                  <a:ext cx="93663" cy="55562"/>
                </a:xfrm>
                <a:custGeom>
                  <a:avLst/>
                  <a:gdLst>
                    <a:gd name="T0" fmla="*/ 30 w 61"/>
                    <a:gd name="T1" fmla="*/ 36 h 36"/>
                    <a:gd name="T2" fmla="*/ 26 w 61"/>
                    <a:gd name="T3" fmla="*/ 35 h 36"/>
                    <a:gd name="T4" fmla="*/ 2 w 61"/>
                    <a:gd name="T5" fmla="*/ 11 h 36"/>
                    <a:gd name="T6" fmla="*/ 2 w 61"/>
                    <a:gd name="T7" fmla="*/ 2 h 36"/>
                    <a:gd name="T8" fmla="*/ 11 w 61"/>
                    <a:gd name="T9" fmla="*/ 2 h 36"/>
                    <a:gd name="T10" fmla="*/ 30 w 61"/>
                    <a:gd name="T11" fmla="*/ 22 h 36"/>
                    <a:gd name="T12" fmla="*/ 50 w 61"/>
                    <a:gd name="T13" fmla="*/ 2 h 36"/>
                    <a:gd name="T14" fmla="*/ 59 w 61"/>
                    <a:gd name="T15" fmla="*/ 2 h 36"/>
                    <a:gd name="T16" fmla="*/ 59 w 61"/>
                    <a:gd name="T17" fmla="*/ 11 h 36"/>
                    <a:gd name="T18" fmla="*/ 35 w 61"/>
                    <a:gd name="T19" fmla="*/ 35 h 36"/>
                    <a:gd name="T20" fmla="*/ 30 w 61"/>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6">
                      <a:moveTo>
                        <a:pt x="30" y="36"/>
                      </a:moveTo>
                      <a:cubicBezTo>
                        <a:pt x="29" y="36"/>
                        <a:pt x="27" y="36"/>
                        <a:pt x="26" y="35"/>
                      </a:cubicBezTo>
                      <a:cubicBezTo>
                        <a:pt x="2" y="11"/>
                        <a:pt x="2" y="11"/>
                        <a:pt x="2" y="11"/>
                      </a:cubicBezTo>
                      <a:cubicBezTo>
                        <a:pt x="0" y="8"/>
                        <a:pt x="0" y="4"/>
                        <a:pt x="2" y="2"/>
                      </a:cubicBezTo>
                      <a:cubicBezTo>
                        <a:pt x="4" y="0"/>
                        <a:pt x="8" y="0"/>
                        <a:pt x="11" y="2"/>
                      </a:cubicBezTo>
                      <a:cubicBezTo>
                        <a:pt x="30" y="22"/>
                        <a:pt x="30" y="22"/>
                        <a:pt x="30" y="22"/>
                      </a:cubicBezTo>
                      <a:cubicBezTo>
                        <a:pt x="50" y="2"/>
                        <a:pt x="50" y="2"/>
                        <a:pt x="50" y="2"/>
                      </a:cubicBezTo>
                      <a:cubicBezTo>
                        <a:pt x="52" y="0"/>
                        <a:pt x="56" y="0"/>
                        <a:pt x="59" y="2"/>
                      </a:cubicBezTo>
                      <a:cubicBezTo>
                        <a:pt x="61" y="4"/>
                        <a:pt x="61" y="8"/>
                        <a:pt x="59" y="11"/>
                      </a:cubicBezTo>
                      <a:cubicBezTo>
                        <a:pt x="35" y="35"/>
                        <a:pt x="35" y="35"/>
                        <a:pt x="35" y="35"/>
                      </a:cubicBezTo>
                      <a:cubicBezTo>
                        <a:pt x="33" y="36"/>
                        <a:pt x="32" y="36"/>
                        <a:pt x="30"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9" name="图形"/>
                <p:cNvSpPr>
                  <a:spLocks noEditPoints="1"/>
                </p:cNvSpPr>
                <p:nvPr>
                  <p:custDataLst>
                    <p:tags r:id="rId20"/>
                  </p:custDataLst>
                </p:nvPr>
              </p:nvSpPr>
              <p:spPr bwMode="auto">
                <a:xfrm>
                  <a:off x="7021513" y="4330700"/>
                  <a:ext cx="212725" cy="212725"/>
                </a:xfrm>
                <a:custGeom>
                  <a:avLst/>
                  <a:gdLst>
                    <a:gd name="T0" fmla="*/ 70 w 140"/>
                    <a:gd name="T1" fmla="*/ 140 h 140"/>
                    <a:gd name="T2" fmla="*/ 0 w 140"/>
                    <a:gd name="T3" fmla="*/ 70 h 140"/>
                    <a:gd name="T4" fmla="*/ 70 w 140"/>
                    <a:gd name="T5" fmla="*/ 0 h 140"/>
                    <a:gd name="T6" fmla="*/ 140 w 140"/>
                    <a:gd name="T7" fmla="*/ 70 h 140"/>
                    <a:gd name="T8" fmla="*/ 70 w 140"/>
                    <a:gd name="T9" fmla="*/ 140 h 140"/>
                    <a:gd name="T10" fmla="*/ 70 w 140"/>
                    <a:gd name="T11" fmla="*/ 12 h 140"/>
                    <a:gd name="T12" fmla="*/ 12 w 140"/>
                    <a:gd name="T13" fmla="*/ 70 h 140"/>
                    <a:gd name="T14" fmla="*/ 70 w 140"/>
                    <a:gd name="T15" fmla="*/ 128 h 140"/>
                    <a:gd name="T16" fmla="*/ 128 w 140"/>
                    <a:gd name="T17" fmla="*/ 70 h 140"/>
                    <a:gd name="T18" fmla="*/ 70 w 140"/>
                    <a:gd name="T19" fmla="*/ 1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140">
                      <a:moveTo>
                        <a:pt x="70" y="140"/>
                      </a:moveTo>
                      <a:cubicBezTo>
                        <a:pt x="32" y="140"/>
                        <a:pt x="0" y="109"/>
                        <a:pt x="0" y="70"/>
                      </a:cubicBezTo>
                      <a:cubicBezTo>
                        <a:pt x="0" y="32"/>
                        <a:pt x="32" y="0"/>
                        <a:pt x="70" y="0"/>
                      </a:cubicBezTo>
                      <a:cubicBezTo>
                        <a:pt x="109" y="0"/>
                        <a:pt x="140" y="32"/>
                        <a:pt x="140" y="70"/>
                      </a:cubicBezTo>
                      <a:cubicBezTo>
                        <a:pt x="140" y="109"/>
                        <a:pt x="109" y="140"/>
                        <a:pt x="70" y="140"/>
                      </a:cubicBezTo>
                      <a:close/>
                      <a:moveTo>
                        <a:pt x="70" y="12"/>
                      </a:moveTo>
                      <a:cubicBezTo>
                        <a:pt x="38" y="12"/>
                        <a:pt x="12" y="38"/>
                        <a:pt x="12" y="70"/>
                      </a:cubicBezTo>
                      <a:cubicBezTo>
                        <a:pt x="12" y="102"/>
                        <a:pt x="38" y="128"/>
                        <a:pt x="70" y="128"/>
                      </a:cubicBezTo>
                      <a:cubicBezTo>
                        <a:pt x="102" y="128"/>
                        <a:pt x="128" y="102"/>
                        <a:pt x="128" y="70"/>
                      </a:cubicBezTo>
                      <a:cubicBezTo>
                        <a:pt x="128" y="38"/>
                        <a:pt x="102" y="12"/>
                        <a:pt x="7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grpSp>
      <p:sp>
        <p:nvSpPr>
          <p:cNvPr id="12" name="文本框 1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4" dur="5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0" y="1362784"/>
            <a:ext cx="12192000" cy="2211948"/>
          </a:xfrm>
          <a:prstGeom prst="rect">
            <a:avLst/>
          </a:prstGeom>
        </p:spPr>
      </p:pic>
      <p:grpSp>
        <p:nvGrpSpPr>
          <p:cNvPr id="7" name="组合 6"/>
          <p:cNvGrpSpPr/>
          <p:nvPr/>
        </p:nvGrpSpPr>
        <p:grpSpPr>
          <a:xfrm>
            <a:off x="1723169" y="4195127"/>
            <a:ext cx="362585" cy="365760"/>
            <a:chOff x="10848" y="7340"/>
            <a:chExt cx="571" cy="576"/>
          </a:xfrm>
          <a:solidFill>
            <a:srgbClr val="EA7912"/>
          </a:solidFill>
        </p:grpSpPr>
        <p:sp>
          <p:nvSpPr>
            <p:cNvPr id="13" name="Freeform 13"/>
            <p:cNvSpPr>
              <a:spLocks noEditPoints="1"/>
            </p:cNvSpPr>
            <p:nvPr/>
          </p:nvSpPr>
          <p:spPr bwMode="auto">
            <a:xfrm>
              <a:off x="10848" y="7398"/>
              <a:ext cx="517" cy="518"/>
            </a:xfrm>
            <a:custGeom>
              <a:avLst/>
              <a:gdLst>
                <a:gd name="T0" fmla="*/ 129 w 259"/>
                <a:gd name="T1" fmla="*/ 260 h 260"/>
                <a:gd name="T2" fmla="*/ 259 w 259"/>
                <a:gd name="T3" fmla="*/ 130 h 260"/>
                <a:gd name="T4" fmla="*/ 243 w 259"/>
                <a:gd name="T5" fmla="*/ 69 h 260"/>
                <a:gd name="T6" fmla="*/ 240 w 259"/>
                <a:gd name="T7" fmla="*/ 69 h 260"/>
                <a:gd name="T8" fmla="*/ 238 w 259"/>
                <a:gd name="T9" fmla="*/ 69 h 260"/>
                <a:gd name="T10" fmla="*/ 222 w 259"/>
                <a:gd name="T11" fmla="*/ 68 h 260"/>
                <a:gd name="T12" fmla="*/ 210 w 259"/>
                <a:gd name="T13" fmla="*/ 80 h 260"/>
                <a:gd name="T14" fmla="*/ 224 w 259"/>
                <a:gd name="T15" fmla="*/ 130 h 260"/>
                <a:gd name="T16" fmla="*/ 129 w 259"/>
                <a:gd name="T17" fmla="*/ 225 h 260"/>
                <a:gd name="T18" fmla="*/ 34 w 259"/>
                <a:gd name="T19" fmla="*/ 130 h 260"/>
                <a:gd name="T20" fmla="*/ 129 w 259"/>
                <a:gd name="T21" fmla="*/ 35 h 260"/>
                <a:gd name="T22" fmla="*/ 179 w 259"/>
                <a:gd name="T23" fmla="*/ 49 h 260"/>
                <a:gd name="T24" fmla="*/ 190 w 259"/>
                <a:gd name="T25" fmla="*/ 38 h 260"/>
                <a:gd name="T26" fmla="*/ 189 w 259"/>
                <a:gd name="T27" fmla="*/ 19 h 260"/>
                <a:gd name="T28" fmla="*/ 189 w 259"/>
                <a:gd name="T29" fmla="*/ 15 h 260"/>
                <a:gd name="T30" fmla="*/ 129 w 259"/>
                <a:gd name="T31" fmla="*/ 0 h 260"/>
                <a:gd name="T32" fmla="*/ 0 w 259"/>
                <a:gd name="T33" fmla="*/ 130 h 260"/>
                <a:gd name="T34" fmla="*/ 129 w 259"/>
                <a:gd name="T35" fmla="*/ 260 h 260"/>
                <a:gd name="T36" fmla="*/ 129 w 259"/>
                <a:gd name="T37" fmla="*/ 260 h 260"/>
                <a:gd name="T38" fmla="*/ 129 w 259"/>
                <a:gd name="T39"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9" h="260">
                  <a:moveTo>
                    <a:pt x="129" y="260"/>
                  </a:moveTo>
                  <a:cubicBezTo>
                    <a:pt x="201" y="260"/>
                    <a:pt x="259" y="202"/>
                    <a:pt x="259" y="130"/>
                  </a:cubicBezTo>
                  <a:cubicBezTo>
                    <a:pt x="259" y="108"/>
                    <a:pt x="253" y="87"/>
                    <a:pt x="243" y="69"/>
                  </a:cubicBezTo>
                  <a:cubicBezTo>
                    <a:pt x="242" y="69"/>
                    <a:pt x="241" y="69"/>
                    <a:pt x="240" y="69"/>
                  </a:cubicBezTo>
                  <a:cubicBezTo>
                    <a:pt x="240" y="69"/>
                    <a:pt x="239" y="69"/>
                    <a:pt x="238" y="69"/>
                  </a:cubicBezTo>
                  <a:cubicBezTo>
                    <a:pt x="222" y="68"/>
                    <a:pt x="222" y="68"/>
                    <a:pt x="222" y="68"/>
                  </a:cubicBezTo>
                  <a:cubicBezTo>
                    <a:pt x="210" y="80"/>
                    <a:pt x="210" y="80"/>
                    <a:pt x="210" y="80"/>
                  </a:cubicBezTo>
                  <a:cubicBezTo>
                    <a:pt x="219" y="94"/>
                    <a:pt x="224" y="112"/>
                    <a:pt x="224" y="130"/>
                  </a:cubicBezTo>
                  <a:cubicBezTo>
                    <a:pt x="224" y="183"/>
                    <a:pt x="182" y="225"/>
                    <a:pt x="129" y="225"/>
                  </a:cubicBezTo>
                  <a:cubicBezTo>
                    <a:pt x="77" y="225"/>
                    <a:pt x="34" y="183"/>
                    <a:pt x="34" y="130"/>
                  </a:cubicBezTo>
                  <a:cubicBezTo>
                    <a:pt x="34" y="77"/>
                    <a:pt x="76" y="35"/>
                    <a:pt x="129" y="35"/>
                  </a:cubicBezTo>
                  <a:cubicBezTo>
                    <a:pt x="147" y="35"/>
                    <a:pt x="165" y="40"/>
                    <a:pt x="179" y="49"/>
                  </a:cubicBezTo>
                  <a:cubicBezTo>
                    <a:pt x="190" y="38"/>
                    <a:pt x="190" y="38"/>
                    <a:pt x="190" y="38"/>
                  </a:cubicBezTo>
                  <a:cubicBezTo>
                    <a:pt x="189" y="19"/>
                    <a:pt x="189" y="19"/>
                    <a:pt x="189" y="19"/>
                  </a:cubicBezTo>
                  <a:cubicBezTo>
                    <a:pt x="188" y="18"/>
                    <a:pt x="188" y="16"/>
                    <a:pt x="189" y="15"/>
                  </a:cubicBezTo>
                  <a:cubicBezTo>
                    <a:pt x="171" y="6"/>
                    <a:pt x="151" y="0"/>
                    <a:pt x="129" y="0"/>
                  </a:cubicBezTo>
                  <a:cubicBezTo>
                    <a:pt x="58" y="0"/>
                    <a:pt x="0" y="58"/>
                    <a:pt x="0" y="130"/>
                  </a:cubicBezTo>
                  <a:cubicBezTo>
                    <a:pt x="0" y="202"/>
                    <a:pt x="58" y="260"/>
                    <a:pt x="129" y="260"/>
                  </a:cubicBezTo>
                  <a:close/>
                  <a:moveTo>
                    <a:pt x="129" y="260"/>
                  </a:moveTo>
                  <a:cubicBezTo>
                    <a:pt x="129" y="260"/>
                    <a:pt x="129" y="260"/>
                    <a:pt x="129" y="26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4" name="Freeform 14"/>
            <p:cNvSpPr>
              <a:spLocks noEditPoints="1"/>
            </p:cNvSpPr>
            <p:nvPr/>
          </p:nvSpPr>
          <p:spPr bwMode="auto">
            <a:xfrm>
              <a:off x="10978" y="7529"/>
              <a:ext cx="255" cy="255"/>
            </a:xfrm>
            <a:custGeom>
              <a:avLst/>
              <a:gdLst>
                <a:gd name="T0" fmla="*/ 64 w 128"/>
                <a:gd name="T1" fmla="*/ 31 h 128"/>
                <a:gd name="T2" fmla="*/ 67 w 128"/>
                <a:gd name="T3" fmla="*/ 31 h 128"/>
                <a:gd name="T4" fmla="*/ 91 w 128"/>
                <a:gd name="T5" fmla="*/ 7 h 128"/>
                <a:gd name="T6" fmla="*/ 91 w 128"/>
                <a:gd name="T7" fmla="*/ 6 h 128"/>
                <a:gd name="T8" fmla="*/ 64 w 128"/>
                <a:gd name="T9" fmla="*/ 0 h 128"/>
                <a:gd name="T10" fmla="*/ 0 w 128"/>
                <a:gd name="T11" fmla="*/ 64 h 128"/>
                <a:gd name="T12" fmla="*/ 64 w 128"/>
                <a:gd name="T13" fmla="*/ 128 h 128"/>
                <a:gd name="T14" fmla="*/ 128 w 128"/>
                <a:gd name="T15" fmla="*/ 64 h 128"/>
                <a:gd name="T16" fmla="*/ 122 w 128"/>
                <a:gd name="T17" fmla="*/ 37 h 128"/>
                <a:gd name="T18" fmla="*/ 121 w 128"/>
                <a:gd name="T19" fmla="*/ 38 h 128"/>
                <a:gd name="T20" fmla="*/ 97 w 128"/>
                <a:gd name="T21" fmla="*/ 61 h 128"/>
                <a:gd name="T22" fmla="*/ 98 w 128"/>
                <a:gd name="T23" fmla="*/ 64 h 128"/>
                <a:gd name="T24" fmla="*/ 64 w 128"/>
                <a:gd name="T25" fmla="*/ 98 h 128"/>
                <a:gd name="T26" fmla="*/ 31 w 128"/>
                <a:gd name="T27" fmla="*/ 64 h 128"/>
                <a:gd name="T28" fmla="*/ 64 w 128"/>
                <a:gd name="T29" fmla="*/ 31 h 128"/>
                <a:gd name="T30" fmla="*/ 64 w 128"/>
                <a:gd name="T31" fmla="*/ 31 h 128"/>
                <a:gd name="T32" fmla="*/ 64 w 128"/>
                <a:gd name="T33" fmla="*/ 3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8" h="128">
                  <a:moveTo>
                    <a:pt x="64" y="31"/>
                  </a:moveTo>
                  <a:cubicBezTo>
                    <a:pt x="65" y="31"/>
                    <a:pt x="66" y="31"/>
                    <a:pt x="67" y="31"/>
                  </a:cubicBezTo>
                  <a:cubicBezTo>
                    <a:pt x="91" y="7"/>
                    <a:pt x="91" y="7"/>
                    <a:pt x="91" y="7"/>
                  </a:cubicBezTo>
                  <a:cubicBezTo>
                    <a:pt x="91" y="6"/>
                    <a:pt x="91" y="6"/>
                    <a:pt x="91" y="6"/>
                  </a:cubicBezTo>
                  <a:cubicBezTo>
                    <a:pt x="83" y="2"/>
                    <a:pt x="74" y="0"/>
                    <a:pt x="64" y="0"/>
                  </a:cubicBezTo>
                  <a:cubicBezTo>
                    <a:pt x="29" y="0"/>
                    <a:pt x="0" y="29"/>
                    <a:pt x="0" y="64"/>
                  </a:cubicBezTo>
                  <a:cubicBezTo>
                    <a:pt x="0" y="99"/>
                    <a:pt x="29" y="128"/>
                    <a:pt x="64" y="128"/>
                  </a:cubicBezTo>
                  <a:cubicBezTo>
                    <a:pt x="99" y="128"/>
                    <a:pt x="128" y="99"/>
                    <a:pt x="128" y="64"/>
                  </a:cubicBezTo>
                  <a:cubicBezTo>
                    <a:pt x="128" y="54"/>
                    <a:pt x="126" y="45"/>
                    <a:pt x="122" y="37"/>
                  </a:cubicBezTo>
                  <a:cubicBezTo>
                    <a:pt x="121" y="38"/>
                    <a:pt x="121" y="38"/>
                    <a:pt x="121" y="38"/>
                  </a:cubicBezTo>
                  <a:cubicBezTo>
                    <a:pt x="97" y="61"/>
                    <a:pt x="97" y="61"/>
                    <a:pt x="97" y="61"/>
                  </a:cubicBezTo>
                  <a:cubicBezTo>
                    <a:pt x="97" y="62"/>
                    <a:pt x="98" y="63"/>
                    <a:pt x="98" y="64"/>
                  </a:cubicBezTo>
                  <a:cubicBezTo>
                    <a:pt x="98" y="83"/>
                    <a:pt x="83" y="98"/>
                    <a:pt x="64" y="98"/>
                  </a:cubicBezTo>
                  <a:cubicBezTo>
                    <a:pt x="46" y="98"/>
                    <a:pt x="31" y="83"/>
                    <a:pt x="31" y="64"/>
                  </a:cubicBezTo>
                  <a:cubicBezTo>
                    <a:pt x="31" y="46"/>
                    <a:pt x="46" y="31"/>
                    <a:pt x="64" y="31"/>
                  </a:cubicBezTo>
                  <a:close/>
                  <a:moveTo>
                    <a:pt x="64" y="31"/>
                  </a:moveTo>
                  <a:cubicBezTo>
                    <a:pt x="64" y="31"/>
                    <a:pt x="64" y="31"/>
                    <a:pt x="6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5" name="Freeform 15"/>
            <p:cNvSpPr>
              <a:spLocks noEditPoints="1"/>
            </p:cNvSpPr>
            <p:nvPr/>
          </p:nvSpPr>
          <p:spPr bwMode="auto">
            <a:xfrm>
              <a:off x="11105" y="7340"/>
              <a:ext cx="314" cy="315"/>
            </a:xfrm>
            <a:custGeom>
              <a:avLst/>
              <a:gdLst>
                <a:gd name="T0" fmla="*/ 134 w 158"/>
                <a:gd name="T1" fmla="*/ 43 h 158"/>
                <a:gd name="T2" fmla="*/ 141 w 158"/>
                <a:gd name="T3" fmla="*/ 36 h 158"/>
                <a:gd name="T4" fmla="*/ 141 w 158"/>
                <a:gd name="T5" fmla="*/ 23 h 158"/>
                <a:gd name="T6" fmla="*/ 136 w 158"/>
                <a:gd name="T7" fmla="*/ 18 h 158"/>
                <a:gd name="T8" fmla="*/ 130 w 158"/>
                <a:gd name="T9" fmla="*/ 15 h 158"/>
                <a:gd name="T10" fmla="*/ 123 w 158"/>
                <a:gd name="T11" fmla="*/ 18 h 158"/>
                <a:gd name="T12" fmla="*/ 115 w 158"/>
                <a:gd name="T13" fmla="*/ 27 h 158"/>
                <a:gd name="T14" fmla="*/ 113 w 158"/>
                <a:gd name="T15" fmla="*/ 3 h 158"/>
                <a:gd name="T16" fmla="*/ 110 w 158"/>
                <a:gd name="T17" fmla="*/ 0 h 158"/>
                <a:gd name="T18" fmla="*/ 108 w 158"/>
                <a:gd name="T19" fmla="*/ 1 h 158"/>
                <a:gd name="T20" fmla="*/ 73 w 158"/>
                <a:gd name="T21" fmla="*/ 36 h 158"/>
                <a:gd name="T22" fmla="*/ 69 w 158"/>
                <a:gd name="T23" fmla="*/ 48 h 158"/>
                <a:gd name="T24" fmla="*/ 69 w 158"/>
                <a:gd name="T25" fmla="*/ 49 h 158"/>
                <a:gd name="T26" fmla="*/ 70 w 158"/>
                <a:gd name="T27" fmla="*/ 71 h 158"/>
                <a:gd name="T28" fmla="*/ 58 w 158"/>
                <a:gd name="T29" fmla="*/ 83 h 158"/>
                <a:gd name="T30" fmla="*/ 35 w 158"/>
                <a:gd name="T31" fmla="*/ 106 h 158"/>
                <a:gd name="T32" fmla="*/ 35 w 158"/>
                <a:gd name="T33" fmla="*/ 106 h 158"/>
                <a:gd name="T34" fmla="*/ 13 w 158"/>
                <a:gd name="T35" fmla="*/ 128 h 158"/>
                <a:gd name="T36" fmla="*/ 3 w 158"/>
                <a:gd name="T37" fmla="*/ 138 h 158"/>
                <a:gd name="T38" fmla="*/ 1 w 158"/>
                <a:gd name="T39" fmla="*/ 143 h 158"/>
                <a:gd name="T40" fmla="*/ 0 w 158"/>
                <a:gd name="T41" fmla="*/ 150 h 158"/>
                <a:gd name="T42" fmla="*/ 8 w 158"/>
                <a:gd name="T43" fmla="*/ 158 h 158"/>
                <a:gd name="T44" fmla="*/ 8 w 158"/>
                <a:gd name="T45" fmla="*/ 158 h 158"/>
                <a:gd name="T46" fmla="*/ 16 w 158"/>
                <a:gd name="T47" fmla="*/ 158 h 158"/>
                <a:gd name="T48" fmla="*/ 21 w 158"/>
                <a:gd name="T49" fmla="*/ 156 h 158"/>
                <a:gd name="T50" fmla="*/ 89 w 158"/>
                <a:gd name="T51" fmla="*/ 88 h 158"/>
                <a:gd name="T52" fmla="*/ 109 w 158"/>
                <a:gd name="T53" fmla="*/ 89 h 158"/>
                <a:gd name="T54" fmla="*/ 110 w 158"/>
                <a:gd name="T55" fmla="*/ 89 h 158"/>
                <a:gd name="T56" fmla="*/ 111 w 158"/>
                <a:gd name="T57" fmla="*/ 89 h 158"/>
                <a:gd name="T58" fmla="*/ 122 w 158"/>
                <a:gd name="T59" fmla="*/ 85 h 158"/>
                <a:gd name="T60" fmla="*/ 157 w 158"/>
                <a:gd name="T61" fmla="*/ 50 h 158"/>
                <a:gd name="T62" fmla="*/ 155 w 158"/>
                <a:gd name="T63" fmla="*/ 45 h 158"/>
                <a:gd name="T64" fmla="*/ 134 w 158"/>
                <a:gd name="T65" fmla="*/ 43 h 158"/>
                <a:gd name="T66" fmla="*/ 134 w 158"/>
                <a:gd name="T67" fmla="*/ 43 h 158"/>
                <a:gd name="T68" fmla="*/ 134 w 158"/>
                <a:gd name="T69" fmla="*/ 4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8" h="158">
                  <a:moveTo>
                    <a:pt x="134" y="43"/>
                  </a:moveTo>
                  <a:cubicBezTo>
                    <a:pt x="141" y="36"/>
                    <a:pt x="141" y="36"/>
                    <a:pt x="141" y="36"/>
                  </a:cubicBezTo>
                  <a:cubicBezTo>
                    <a:pt x="145" y="32"/>
                    <a:pt x="145" y="27"/>
                    <a:pt x="141" y="23"/>
                  </a:cubicBezTo>
                  <a:cubicBezTo>
                    <a:pt x="136" y="18"/>
                    <a:pt x="136" y="18"/>
                    <a:pt x="136" y="18"/>
                  </a:cubicBezTo>
                  <a:cubicBezTo>
                    <a:pt x="134" y="16"/>
                    <a:pt x="132" y="15"/>
                    <a:pt x="130" y="15"/>
                  </a:cubicBezTo>
                  <a:cubicBezTo>
                    <a:pt x="127" y="15"/>
                    <a:pt x="125" y="16"/>
                    <a:pt x="123" y="18"/>
                  </a:cubicBezTo>
                  <a:cubicBezTo>
                    <a:pt x="115" y="27"/>
                    <a:pt x="115" y="27"/>
                    <a:pt x="115" y="27"/>
                  </a:cubicBezTo>
                  <a:cubicBezTo>
                    <a:pt x="113" y="3"/>
                    <a:pt x="113" y="3"/>
                    <a:pt x="113" y="3"/>
                  </a:cubicBezTo>
                  <a:cubicBezTo>
                    <a:pt x="113" y="1"/>
                    <a:pt x="111" y="0"/>
                    <a:pt x="110" y="0"/>
                  </a:cubicBezTo>
                  <a:cubicBezTo>
                    <a:pt x="109" y="0"/>
                    <a:pt x="108" y="1"/>
                    <a:pt x="108" y="1"/>
                  </a:cubicBezTo>
                  <a:cubicBezTo>
                    <a:pt x="73" y="36"/>
                    <a:pt x="73" y="36"/>
                    <a:pt x="73" y="36"/>
                  </a:cubicBezTo>
                  <a:cubicBezTo>
                    <a:pt x="70" y="39"/>
                    <a:pt x="68" y="43"/>
                    <a:pt x="69" y="48"/>
                  </a:cubicBezTo>
                  <a:cubicBezTo>
                    <a:pt x="69" y="49"/>
                    <a:pt x="69" y="49"/>
                    <a:pt x="69" y="49"/>
                  </a:cubicBezTo>
                  <a:cubicBezTo>
                    <a:pt x="70" y="71"/>
                    <a:pt x="70" y="71"/>
                    <a:pt x="70" y="71"/>
                  </a:cubicBezTo>
                  <a:cubicBezTo>
                    <a:pt x="58" y="83"/>
                    <a:pt x="58" y="83"/>
                    <a:pt x="58" y="83"/>
                  </a:cubicBezTo>
                  <a:cubicBezTo>
                    <a:pt x="35" y="106"/>
                    <a:pt x="35" y="106"/>
                    <a:pt x="35" y="106"/>
                  </a:cubicBezTo>
                  <a:cubicBezTo>
                    <a:pt x="35" y="106"/>
                    <a:pt x="35" y="106"/>
                    <a:pt x="35" y="106"/>
                  </a:cubicBezTo>
                  <a:cubicBezTo>
                    <a:pt x="13" y="128"/>
                    <a:pt x="13" y="128"/>
                    <a:pt x="13" y="128"/>
                  </a:cubicBezTo>
                  <a:cubicBezTo>
                    <a:pt x="3" y="138"/>
                    <a:pt x="3" y="138"/>
                    <a:pt x="3" y="138"/>
                  </a:cubicBezTo>
                  <a:cubicBezTo>
                    <a:pt x="2" y="139"/>
                    <a:pt x="1" y="141"/>
                    <a:pt x="1" y="143"/>
                  </a:cubicBezTo>
                  <a:cubicBezTo>
                    <a:pt x="0" y="150"/>
                    <a:pt x="0" y="150"/>
                    <a:pt x="0" y="150"/>
                  </a:cubicBezTo>
                  <a:cubicBezTo>
                    <a:pt x="0" y="155"/>
                    <a:pt x="4" y="158"/>
                    <a:pt x="8" y="158"/>
                  </a:cubicBezTo>
                  <a:cubicBezTo>
                    <a:pt x="8" y="158"/>
                    <a:pt x="8" y="158"/>
                    <a:pt x="8" y="158"/>
                  </a:cubicBezTo>
                  <a:cubicBezTo>
                    <a:pt x="16" y="158"/>
                    <a:pt x="16" y="158"/>
                    <a:pt x="16" y="158"/>
                  </a:cubicBezTo>
                  <a:cubicBezTo>
                    <a:pt x="18" y="158"/>
                    <a:pt x="20" y="157"/>
                    <a:pt x="21" y="156"/>
                  </a:cubicBezTo>
                  <a:cubicBezTo>
                    <a:pt x="89" y="88"/>
                    <a:pt x="89" y="88"/>
                    <a:pt x="89" y="88"/>
                  </a:cubicBezTo>
                  <a:cubicBezTo>
                    <a:pt x="109" y="89"/>
                    <a:pt x="109" y="89"/>
                    <a:pt x="109" y="89"/>
                  </a:cubicBezTo>
                  <a:cubicBezTo>
                    <a:pt x="110" y="89"/>
                    <a:pt x="110" y="89"/>
                    <a:pt x="110" y="89"/>
                  </a:cubicBezTo>
                  <a:cubicBezTo>
                    <a:pt x="110" y="89"/>
                    <a:pt x="111" y="89"/>
                    <a:pt x="111" y="89"/>
                  </a:cubicBezTo>
                  <a:cubicBezTo>
                    <a:pt x="115" y="89"/>
                    <a:pt x="119" y="88"/>
                    <a:pt x="122" y="85"/>
                  </a:cubicBezTo>
                  <a:cubicBezTo>
                    <a:pt x="157" y="50"/>
                    <a:pt x="157" y="50"/>
                    <a:pt x="157" y="50"/>
                  </a:cubicBezTo>
                  <a:cubicBezTo>
                    <a:pt x="158" y="48"/>
                    <a:pt x="157" y="45"/>
                    <a:pt x="155" y="45"/>
                  </a:cubicBezTo>
                  <a:lnTo>
                    <a:pt x="134" y="43"/>
                  </a:lnTo>
                  <a:close/>
                  <a:moveTo>
                    <a:pt x="134" y="43"/>
                  </a:moveTo>
                  <a:cubicBezTo>
                    <a:pt x="134" y="43"/>
                    <a:pt x="134" y="43"/>
                    <a:pt x="134" y="4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1" name="文本框 10"/>
          <p:cNvSpPr txBox="1"/>
          <p:nvPr/>
        </p:nvSpPr>
        <p:spPr>
          <a:xfrm>
            <a:off x="2212119" y="4090352"/>
            <a:ext cx="2157730" cy="1031875"/>
          </a:xfrm>
          <a:prstGeom prst="rect">
            <a:avLst/>
          </a:prstGeom>
          <a:noFill/>
          <a:ln w="9525">
            <a:noFill/>
          </a:ln>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26" name="文本框 25"/>
          <p:cNvSpPr txBox="1"/>
          <p:nvPr/>
        </p:nvSpPr>
        <p:spPr>
          <a:xfrm>
            <a:off x="2212119" y="5267960"/>
            <a:ext cx="2157731" cy="1031875"/>
          </a:xfrm>
          <a:prstGeom prst="rect">
            <a:avLst/>
          </a:prstGeom>
          <a:noFill/>
          <a:ln w="9525">
            <a:noFill/>
          </a:ln>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27" name="Freeform 99"/>
          <p:cNvSpPr>
            <a:spLocks noEditPoints="1"/>
          </p:cNvSpPr>
          <p:nvPr/>
        </p:nvSpPr>
        <p:spPr bwMode="auto">
          <a:xfrm>
            <a:off x="1723169" y="5340985"/>
            <a:ext cx="309245" cy="498475"/>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56A4D3"/>
          </a:solidFill>
          <a:ln w="9525">
            <a:noFill/>
            <a:round/>
          </a:ln>
        </p:spPr>
        <p:txBody>
          <a:bodyPr vert="horz" wrap="square" lIns="91440" tIns="45720" rIns="91440" bIns="45720" numCol="1" anchor="t" anchorCtr="0" compatLnSpc="1"/>
          <a:lstStyle/>
          <a:p>
            <a:endParaRPr lang="en-US" sz="1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9" name="文本框 28"/>
          <p:cNvSpPr txBox="1"/>
          <p:nvPr/>
        </p:nvSpPr>
        <p:spPr>
          <a:xfrm>
            <a:off x="5452810" y="4090352"/>
            <a:ext cx="2238376" cy="1031875"/>
          </a:xfrm>
          <a:prstGeom prst="rect">
            <a:avLst/>
          </a:prstGeom>
          <a:noFill/>
          <a:ln w="9525">
            <a:noFill/>
          </a:ln>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30" name="Freeform 46"/>
          <p:cNvSpPr>
            <a:spLocks noEditPoints="1"/>
          </p:cNvSpPr>
          <p:nvPr/>
        </p:nvSpPr>
        <p:spPr bwMode="auto">
          <a:xfrm>
            <a:off x="4962590" y="4259262"/>
            <a:ext cx="394970" cy="397510"/>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1">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solidFill>
            <a:srgbClr val="56A4D3"/>
          </a:solidFill>
          <a:ln>
            <a:noFill/>
          </a:ln>
        </p:spPr>
        <p:txBody>
          <a:bodyPr vert="horz" wrap="square" lIns="91440" tIns="45720" rIns="91440" bIns="45720" numCol="1" anchor="t" anchorCtr="0" compatLnSpc="1"/>
          <a:lstStyle/>
          <a:p>
            <a:endParaRPr lang="zh-CN" altLang="en-US" sz="1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2" name="文本框 31"/>
          <p:cNvSpPr txBox="1"/>
          <p:nvPr/>
        </p:nvSpPr>
        <p:spPr>
          <a:xfrm>
            <a:off x="5452811" y="5267960"/>
            <a:ext cx="2238374" cy="1031875"/>
          </a:xfrm>
          <a:prstGeom prst="rect">
            <a:avLst/>
          </a:prstGeom>
          <a:noFill/>
          <a:ln w="9525">
            <a:noFill/>
          </a:ln>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33" name="Freeform 143"/>
          <p:cNvSpPr>
            <a:spLocks noEditPoints="1"/>
          </p:cNvSpPr>
          <p:nvPr/>
        </p:nvSpPr>
        <p:spPr bwMode="auto">
          <a:xfrm>
            <a:off x="4899726" y="5360035"/>
            <a:ext cx="457835" cy="520700"/>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rgbClr val="EA7912"/>
          </a:solidFill>
          <a:ln>
            <a:noFill/>
          </a:ln>
        </p:spPr>
        <p:txBody>
          <a:bodyPr vert="horz" wrap="square" lIns="91440" tIns="45720" rIns="91440" bIns="45720" numCol="1" anchor="t" anchorCtr="0" compatLnSpc="1"/>
          <a:lstStyle/>
          <a:p>
            <a:endParaRPr lang="en-US" sz="1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5" name="文本框 34"/>
          <p:cNvSpPr txBox="1"/>
          <p:nvPr/>
        </p:nvSpPr>
        <p:spPr>
          <a:xfrm>
            <a:off x="8645273" y="4090352"/>
            <a:ext cx="2238376" cy="1031875"/>
          </a:xfrm>
          <a:prstGeom prst="rect">
            <a:avLst/>
          </a:prstGeom>
          <a:noFill/>
          <a:ln w="9525">
            <a:noFill/>
          </a:ln>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36" name="Freeform 46"/>
          <p:cNvSpPr>
            <a:spLocks noEditPoints="1"/>
          </p:cNvSpPr>
          <p:nvPr/>
        </p:nvSpPr>
        <p:spPr bwMode="auto">
          <a:xfrm>
            <a:off x="8155053" y="4259262"/>
            <a:ext cx="394970" cy="397510"/>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1">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solidFill>
            <a:srgbClr val="EA7912"/>
          </a:solidFill>
          <a:ln>
            <a:noFill/>
          </a:ln>
        </p:spPr>
        <p:txBody>
          <a:bodyPr vert="horz" wrap="square" lIns="91440" tIns="45720" rIns="91440" bIns="45720" numCol="1" anchor="t" anchorCtr="0" compatLnSpc="1"/>
          <a:lstStyle/>
          <a:p>
            <a:endParaRPr lang="zh-CN" altLang="en-US" sz="1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8" name="文本框 37"/>
          <p:cNvSpPr txBox="1"/>
          <p:nvPr/>
        </p:nvSpPr>
        <p:spPr>
          <a:xfrm>
            <a:off x="8645274" y="5267960"/>
            <a:ext cx="2238374" cy="1031875"/>
          </a:xfrm>
          <a:prstGeom prst="rect">
            <a:avLst/>
          </a:prstGeom>
          <a:noFill/>
          <a:ln w="9525">
            <a:noFill/>
          </a:ln>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39" name="Freeform 143"/>
          <p:cNvSpPr>
            <a:spLocks noEditPoints="1"/>
          </p:cNvSpPr>
          <p:nvPr/>
        </p:nvSpPr>
        <p:spPr bwMode="auto">
          <a:xfrm>
            <a:off x="8092189" y="5360035"/>
            <a:ext cx="457835" cy="520700"/>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rgbClr val="56A4D3"/>
          </a:solidFill>
          <a:ln>
            <a:noFill/>
          </a:ln>
        </p:spPr>
        <p:txBody>
          <a:bodyPr vert="horz" wrap="square" lIns="91440" tIns="45720" rIns="91440" bIns="45720" numCol="1" anchor="t" anchorCtr="0" compatLnSpc="1"/>
          <a:lstStyle/>
          <a:p>
            <a:endParaRPr lang="en-US" sz="1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dur="5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nodeType="clickPar">
                      <p:stCondLst>
                        <p:cond delay="indefinite"/>
                        <p:cond evt="onBegin" delay="0">
                          <p:tn val="9"/>
                        </p:cond>
                      </p:stCondLst>
                      <p:childTnLst>
                        <p:par>
                          <p:cTn id="11" fill="hold">
                            <p:stCondLst>
                              <p:cond delay="0"/>
                            </p:stCondLst>
                            <p:childTnLst>
                              <p:par>
                                <p:cTn id="12" presetID="10" presetClass="entr" presetSubtype="0" dur="50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dur="50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dur="50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par>
                                <p:cTn id="21" presetID="10" presetClass="entr" presetSubtype="0" dur="50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dur="50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dur="50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dur="50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dur="50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par>
                                <p:cTn id="36" presetID="10" presetClass="entr" presetSubtype="0" dur="50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10" presetClass="entr" presetSubtype="0" dur="50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10" presetClass="entr" presetSubtype="0" dur="50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500"/>
                                        <p:tgtEl>
                                          <p:spTgt spid="38"/>
                                        </p:tgtEl>
                                      </p:cBhvr>
                                    </p:animEffect>
                                  </p:childTnLst>
                                </p:cTn>
                              </p:par>
                              <p:par>
                                <p:cTn id="45" presetID="10" presetClass="entr" presetSubtype="0" dur="50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P spid="27" grpId="0" animBg="1"/>
      <p:bldP spid="29" grpId="0"/>
      <p:bldP spid="30" grpId="0" animBg="1"/>
      <p:bldP spid="32" grpId="0"/>
      <p:bldP spid="33" grpId="0" animBg="1"/>
      <p:bldP spid="35" grpId="0"/>
      <p:bldP spid="36" grpId="0" animBg="1"/>
      <p:bldP spid="38" grpId="0"/>
      <p:bldP spid="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图形"/>
          <p:cNvGrpSpPr/>
          <p:nvPr>
            <p:custDataLst>
              <p:tags r:id="rId2"/>
            </p:custDataLst>
          </p:nvPr>
        </p:nvGrpSpPr>
        <p:grpSpPr>
          <a:xfrm>
            <a:off x="949325" y="1528416"/>
            <a:ext cx="10302240" cy="3990340"/>
            <a:chOff x="1339" y="2689"/>
            <a:chExt cx="16224" cy="6284"/>
          </a:xfrm>
        </p:grpSpPr>
        <p:cxnSp>
          <p:nvCxnSpPr>
            <p:cNvPr id="4" name="图形"/>
            <p:cNvCxnSpPr/>
            <p:nvPr>
              <p:custDataLst>
                <p:tags r:id="rId3"/>
              </p:custDataLst>
            </p:nvPr>
          </p:nvCxnSpPr>
          <p:spPr>
            <a:xfrm flipH="1">
              <a:off x="9809" y="2762"/>
              <a:ext cx="0" cy="6211"/>
            </a:xfrm>
            <a:prstGeom prst="line">
              <a:avLst/>
            </a:prstGeom>
            <a:ln w="222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图形"/>
            <p:cNvSpPr/>
            <p:nvPr>
              <p:custDataLst>
                <p:tags r:id="rId4"/>
              </p:custDataLst>
            </p:nvPr>
          </p:nvSpPr>
          <p:spPr>
            <a:xfrm>
              <a:off x="10173" y="2689"/>
              <a:ext cx="7390" cy="1840"/>
            </a:xfrm>
            <a:prstGeom prst="wedgeRectCallout">
              <a:avLst>
                <a:gd name="adj1" fmla="val -55277"/>
                <a:gd name="adj2" fmla="val 21847"/>
              </a:avLst>
            </a:prstGeom>
            <a:gradFill>
              <a:gsLst>
                <a:gs pos="17000">
                  <a:schemeClr val="bg1">
                    <a:alpha val="0"/>
                  </a:schemeClr>
                </a:gs>
                <a:gs pos="99000">
                  <a:schemeClr val="bg1">
                    <a:lumMod val="95000"/>
                  </a:schemeClr>
                </a:gs>
              </a:gsLst>
              <a:lin ang="1920000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1" name="图形"/>
            <p:cNvSpPr/>
            <p:nvPr>
              <p:custDataLst>
                <p:tags r:id="rId5"/>
              </p:custDataLst>
            </p:nvPr>
          </p:nvSpPr>
          <p:spPr>
            <a:xfrm>
              <a:off x="10173" y="4911"/>
              <a:ext cx="7390" cy="1840"/>
            </a:xfrm>
            <a:prstGeom prst="wedgeRectCallout">
              <a:avLst>
                <a:gd name="adj1" fmla="val -55277"/>
                <a:gd name="adj2" fmla="val 21847"/>
              </a:avLst>
            </a:prstGeom>
            <a:gradFill>
              <a:gsLst>
                <a:gs pos="17000">
                  <a:schemeClr val="bg1">
                    <a:alpha val="0"/>
                  </a:schemeClr>
                </a:gs>
                <a:gs pos="99000">
                  <a:schemeClr val="bg1">
                    <a:lumMod val="95000"/>
                  </a:schemeClr>
                </a:gs>
              </a:gsLst>
              <a:lin ang="1920000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 name="图形"/>
            <p:cNvSpPr/>
            <p:nvPr>
              <p:custDataLst>
                <p:tags r:id="rId6"/>
              </p:custDataLst>
            </p:nvPr>
          </p:nvSpPr>
          <p:spPr>
            <a:xfrm>
              <a:off x="10173" y="7133"/>
              <a:ext cx="7390" cy="1840"/>
            </a:xfrm>
            <a:prstGeom prst="wedgeRectCallout">
              <a:avLst>
                <a:gd name="adj1" fmla="val -55277"/>
                <a:gd name="adj2" fmla="val 21086"/>
              </a:avLst>
            </a:prstGeom>
            <a:gradFill>
              <a:gsLst>
                <a:gs pos="17000">
                  <a:schemeClr val="bg1">
                    <a:alpha val="0"/>
                  </a:schemeClr>
                </a:gs>
                <a:gs pos="99000">
                  <a:schemeClr val="bg1">
                    <a:lumMod val="95000"/>
                  </a:schemeClr>
                </a:gs>
              </a:gsLst>
              <a:lin ang="1920000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4" name="图形"/>
            <p:cNvSpPr/>
            <p:nvPr>
              <p:custDataLst>
                <p:tags r:id="rId7"/>
              </p:custDataLst>
            </p:nvPr>
          </p:nvSpPr>
          <p:spPr>
            <a:xfrm>
              <a:off x="9699" y="3757"/>
              <a:ext cx="220" cy="220"/>
            </a:xfrm>
            <a:prstGeom prst="ellipse">
              <a:avLst/>
            </a:prstGeom>
            <a:solidFill>
              <a:srgbClr val="EA791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5" name="图形"/>
            <p:cNvSpPr/>
            <p:nvPr>
              <p:custDataLst>
                <p:tags r:id="rId8"/>
              </p:custDataLst>
            </p:nvPr>
          </p:nvSpPr>
          <p:spPr>
            <a:xfrm>
              <a:off x="9699" y="5962"/>
              <a:ext cx="220" cy="220"/>
            </a:xfrm>
            <a:prstGeom prst="ellipse">
              <a:avLst/>
            </a:prstGeom>
            <a:solidFill>
              <a:srgbClr val="56A4D3"/>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6" name="图形"/>
            <p:cNvSpPr/>
            <p:nvPr>
              <p:custDataLst>
                <p:tags r:id="rId9"/>
              </p:custDataLst>
            </p:nvPr>
          </p:nvSpPr>
          <p:spPr>
            <a:xfrm>
              <a:off x="9699" y="8167"/>
              <a:ext cx="220" cy="220"/>
            </a:xfrm>
            <a:prstGeom prst="ellipse">
              <a:avLst/>
            </a:prstGeom>
            <a:solidFill>
              <a:srgbClr val="EA791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6" name="图形"/>
            <p:cNvSpPr/>
            <p:nvPr>
              <p:custDataLst>
                <p:tags r:id="rId10"/>
              </p:custDataLst>
            </p:nvPr>
          </p:nvSpPr>
          <p:spPr>
            <a:xfrm>
              <a:off x="10569" y="3106"/>
              <a:ext cx="1107" cy="1107"/>
            </a:xfrm>
            <a:prstGeom prst="ellipse">
              <a:avLst/>
            </a:prstGeom>
            <a:solidFill>
              <a:srgbClr val="EA791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 name="图形"/>
            <p:cNvSpPr/>
            <p:nvPr>
              <p:custDataLst>
                <p:tags r:id="rId11"/>
              </p:custDataLst>
            </p:nvPr>
          </p:nvSpPr>
          <p:spPr>
            <a:xfrm>
              <a:off x="10555" y="5314"/>
              <a:ext cx="1107" cy="1107"/>
            </a:xfrm>
            <a:prstGeom prst="ellipse">
              <a:avLst/>
            </a:prstGeom>
            <a:solidFill>
              <a:srgbClr val="56A4D3"/>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8" name="图形"/>
            <p:cNvSpPr/>
            <p:nvPr>
              <p:custDataLst>
                <p:tags r:id="rId12"/>
              </p:custDataLst>
            </p:nvPr>
          </p:nvSpPr>
          <p:spPr>
            <a:xfrm>
              <a:off x="10555" y="7527"/>
              <a:ext cx="1107" cy="1107"/>
            </a:xfrm>
            <a:prstGeom prst="ellipse">
              <a:avLst/>
            </a:prstGeom>
            <a:solidFill>
              <a:srgbClr val="EA791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4" name="图形"/>
            <p:cNvSpPr txBox="1"/>
            <p:nvPr>
              <p:custDataLst>
                <p:tags r:id="rId13"/>
              </p:custDataLst>
            </p:nvPr>
          </p:nvSpPr>
          <p:spPr>
            <a:xfrm>
              <a:off x="1339" y="3427"/>
              <a:ext cx="7079" cy="630"/>
            </a:xfrm>
            <a:prstGeom prst="rect">
              <a:avLst/>
            </a:prstGeom>
            <a:noFill/>
          </p:spPr>
          <p:txBody>
            <a:bodyPr wrap="square" rtlCol="0" anchor="t">
              <a:spAutoFit/>
            </a:bodyPr>
            <a:lstStyle/>
            <a:p>
              <a:pPr lvl="0">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6" name="图形"/>
            <p:cNvSpPr txBox="1"/>
            <p:nvPr>
              <p:custDataLst>
                <p:tags r:id="rId14"/>
              </p:custDataLst>
            </p:nvPr>
          </p:nvSpPr>
          <p:spPr>
            <a:xfrm>
              <a:off x="1339" y="4301"/>
              <a:ext cx="7179" cy="3151"/>
            </a:xfrm>
            <a:prstGeom prst="rect">
              <a:avLst/>
            </a:prstGeom>
            <a:noFill/>
          </p:spPr>
          <p:txBody>
            <a:bodyPr wrap="square"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p>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p>
          </p:txBody>
        </p:sp>
        <p:sp>
          <p:nvSpPr>
            <p:cNvPr id="27" name="图形"/>
            <p:cNvSpPr/>
            <p:nvPr>
              <p:custDataLst>
                <p:tags r:id="rId15"/>
              </p:custDataLst>
            </p:nvPr>
          </p:nvSpPr>
          <p:spPr>
            <a:xfrm>
              <a:off x="3801" y="8032"/>
              <a:ext cx="1741" cy="591"/>
            </a:xfrm>
            <a:prstGeom prst="roundRect">
              <a:avLst>
                <a:gd name="adj" fmla="val 16710"/>
              </a:avLst>
            </a:prstGeom>
            <a:solidFill>
              <a:srgbClr val="56A4D3"/>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 name="图形"/>
            <p:cNvSpPr txBox="1"/>
            <p:nvPr>
              <p:custDataLst>
                <p:tags r:id="rId16"/>
              </p:custDataLst>
            </p:nvPr>
          </p:nvSpPr>
          <p:spPr>
            <a:xfrm>
              <a:off x="4025" y="8098"/>
              <a:ext cx="1264" cy="403"/>
            </a:xfrm>
            <a:prstGeom prst="rect">
              <a:avLst/>
            </a:prstGeom>
            <a:noFill/>
          </p:spPr>
          <p:txBody>
            <a:bodyPr wrap="square" rtlCol="0">
              <a:no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关键词</a:t>
              </a:r>
              <a:endParaRPr lang="zh-CN" altLang="en-US" sz="1400" b="1" dirty="0">
                <a:solidFill>
                  <a:srgbClr val="414042"/>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1" name="图形"/>
            <p:cNvSpPr/>
            <p:nvPr>
              <p:custDataLst>
                <p:tags r:id="rId17"/>
              </p:custDataLst>
            </p:nvPr>
          </p:nvSpPr>
          <p:spPr>
            <a:xfrm>
              <a:off x="1485" y="8011"/>
              <a:ext cx="1741" cy="591"/>
            </a:xfrm>
            <a:prstGeom prst="roundRect">
              <a:avLst>
                <a:gd name="adj" fmla="val 16710"/>
              </a:avLst>
            </a:prstGeom>
            <a:solidFill>
              <a:srgbClr val="EA791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2" name="图形"/>
            <p:cNvSpPr txBox="1"/>
            <p:nvPr>
              <p:custDataLst>
                <p:tags r:id="rId18"/>
              </p:custDataLst>
            </p:nvPr>
          </p:nvSpPr>
          <p:spPr>
            <a:xfrm>
              <a:off x="1709" y="8077"/>
              <a:ext cx="1264" cy="403"/>
            </a:xfrm>
            <a:prstGeom prst="rect">
              <a:avLst/>
            </a:prstGeom>
            <a:noFill/>
          </p:spPr>
          <p:txBody>
            <a:bodyPr wrap="square" rtlCol="0">
              <a:no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关键词</a:t>
              </a:r>
            </a:p>
          </p:txBody>
        </p:sp>
        <p:sp>
          <p:nvSpPr>
            <p:cNvPr id="33" name="图形"/>
            <p:cNvSpPr/>
            <p:nvPr>
              <p:custDataLst>
                <p:tags r:id="rId19"/>
              </p:custDataLst>
            </p:nvPr>
          </p:nvSpPr>
          <p:spPr>
            <a:xfrm>
              <a:off x="6116" y="8025"/>
              <a:ext cx="1741" cy="591"/>
            </a:xfrm>
            <a:prstGeom prst="roundRect">
              <a:avLst>
                <a:gd name="adj" fmla="val 16710"/>
              </a:avLst>
            </a:prstGeom>
            <a:solidFill>
              <a:srgbClr val="EA791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2" name="图形"/>
            <p:cNvSpPr txBox="1"/>
            <p:nvPr>
              <p:custDataLst>
                <p:tags r:id="rId20"/>
              </p:custDataLst>
            </p:nvPr>
          </p:nvSpPr>
          <p:spPr>
            <a:xfrm>
              <a:off x="6340" y="8091"/>
              <a:ext cx="1264" cy="403"/>
            </a:xfrm>
            <a:prstGeom prst="rect">
              <a:avLst/>
            </a:prstGeom>
            <a:noFill/>
          </p:spPr>
          <p:txBody>
            <a:bodyPr wrap="square" rtlCol="0">
              <a:no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关键词</a:t>
              </a:r>
            </a:p>
          </p:txBody>
        </p:sp>
        <p:sp>
          <p:nvSpPr>
            <p:cNvPr id="46" name="图形"/>
            <p:cNvSpPr txBox="1"/>
            <p:nvPr>
              <p:custDataLst>
                <p:tags r:id="rId21"/>
              </p:custDataLst>
            </p:nvPr>
          </p:nvSpPr>
          <p:spPr>
            <a:xfrm>
              <a:off x="11887" y="3362"/>
              <a:ext cx="5348" cy="977"/>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p>
          </p:txBody>
        </p:sp>
        <p:sp>
          <p:nvSpPr>
            <p:cNvPr id="34" name="图形"/>
            <p:cNvSpPr>
              <a:spLocks noGrp="1"/>
            </p:cNvSpPr>
            <p:nvPr>
              <p:custDataLst>
                <p:tags r:id="rId22"/>
              </p:custDataLst>
            </p:nvPr>
          </p:nvSpPr>
          <p:spPr>
            <a:xfrm>
              <a:off x="11887" y="2858"/>
              <a:ext cx="2736" cy="597"/>
            </a:xfrm>
            <a:prstGeom prst="rect">
              <a:avLst/>
            </a:prstGeom>
          </p:spPr>
          <p:txBody>
            <a:bodyPr vert="horz" lIns="90000" tIns="46800" rIns="90000" bIns="46800" rtlCol="0" anchor="b" anchorCtr="0"/>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000" dirty="0">
                  <a:ln>
                    <a:noFill/>
                  </a:ln>
                  <a:solidFill>
                    <a:schemeClr val="tx1">
                      <a:lumMod val="85000"/>
                      <a:lumOff val="15000"/>
                    </a:schemeClr>
                  </a:solidFill>
                  <a:effectLst/>
                  <a:latin typeface="微软雅黑" panose="020B0503020204020204" pitchFamily="34" charset="-122"/>
                  <a:ea typeface="微软雅黑" panose="020B0503020204020204" pitchFamily="34" charset="-122"/>
                  <a:cs typeface="阿里巴巴普惠体" panose="00020600040101010101" charset="-122"/>
                  <a:sym typeface="阿里巴巴普惠体"/>
                </a:rPr>
                <a:t>添加小标题</a:t>
              </a:r>
            </a:p>
          </p:txBody>
        </p:sp>
        <p:sp>
          <p:nvSpPr>
            <p:cNvPr id="47" name="图形"/>
            <p:cNvSpPr txBox="1"/>
            <p:nvPr>
              <p:custDataLst>
                <p:tags r:id="rId23"/>
              </p:custDataLst>
            </p:nvPr>
          </p:nvSpPr>
          <p:spPr>
            <a:xfrm>
              <a:off x="11887" y="5544"/>
              <a:ext cx="5348" cy="977"/>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p>
          </p:txBody>
        </p:sp>
        <p:sp>
          <p:nvSpPr>
            <p:cNvPr id="35" name="图形"/>
            <p:cNvSpPr>
              <a:spLocks noGrp="1"/>
            </p:cNvSpPr>
            <p:nvPr>
              <p:custDataLst>
                <p:tags r:id="rId24"/>
              </p:custDataLst>
            </p:nvPr>
          </p:nvSpPr>
          <p:spPr>
            <a:xfrm>
              <a:off x="11887" y="5069"/>
              <a:ext cx="2736" cy="597"/>
            </a:xfrm>
            <a:prstGeom prst="rect">
              <a:avLst/>
            </a:prstGeom>
          </p:spPr>
          <p:txBody>
            <a:bodyPr vert="horz" lIns="90000" tIns="46800" rIns="90000" bIns="46800" rtlCol="0" anchor="b" anchorCtr="0"/>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000" dirty="0">
                  <a:ln>
                    <a:noFill/>
                  </a:ln>
                  <a:solidFill>
                    <a:schemeClr val="tx1">
                      <a:lumMod val="85000"/>
                      <a:lumOff val="15000"/>
                    </a:schemeClr>
                  </a:solidFill>
                  <a:effectLst/>
                  <a:latin typeface="微软雅黑" panose="020B0503020204020204" pitchFamily="34" charset="-122"/>
                  <a:ea typeface="微软雅黑" panose="020B0503020204020204" pitchFamily="34" charset="-122"/>
                  <a:cs typeface="阿里巴巴普惠体" panose="00020600040101010101" charset="-122"/>
                  <a:sym typeface="阿里巴巴普惠体"/>
                </a:rPr>
                <a:t>添加小标题</a:t>
              </a:r>
            </a:p>
          </p:txBody>
        </p:sp>
        <p:sp>
          <p:nvSpPr>
            <p:cNvPr id="49" name="图形"/>
            <p:cNvSpPr txBox="1"/>
            <p:nvPr>
              <p:custDataLst>
                <p:tags r:id="rId25"/>
              </p:custDataLst>
            </p:nvPr>
          </p:nvSpPr>
          <p:spPr>
            <a:xfrm>
              <a:off x="11887" y="7767"/>
              <a:ext cx="5348" cy="977"/>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p>
          </p:txBody>
        </p:sp>
        <p:sp>
          <p:nvSpPr>
            <p:cNvPr id="51" name="图形"/>
            <p:cNvSpPr>
              <a:spLocks noGrp="1"/>
            </p:cNvSpPr>
            <p:nvPr>
              <p:custDataLst>
                <p:tags r:id="rId26"/>
              </p:custDataLst>
            </p:nvPr>
          </p:nvSpPr>
          <p:spPr>
            <a:xfrm>
              <a:off x="11887" y="7292"/>
              <a:ext cx="2736" cy="597"/>
            </a:xfrm>
            <a:prstGeom prst="rect">
              <a:avLst/>
            </a:prstGeom>
          </p:spPr>
          <p:txBody>
            <a:bodyPr vert="horz" lIns="90000" tIns="46800" rIns="90000" bIns="46800" rtlCol="0" anchor="b" anchorCtr="0"/>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000" dirty="0">
                  <a:ln>
                    <a:noFill/>
                  </a:ln>
                  <a:solidFill>
                    <a:schemeClr val="tx1">
                      <a:lumMod val="85000"/>
                      <a:lumOff val="15000"/>
                    </a:schemeClr>
                  </a:solidFill>
                  <a:effectLst/>
                  <a:latin typeface="微软雅黑" panose="020B0503020204020204" pitchFamily="34" charset="-122"/>
                  <a:ea typeface="微软雅黑" panose="020B0503020204020204" pitchFamily="34" charset="-122"/>
                  <a:cs typeface="阿里巴巴普惠体" panose="00020600040101010101" charset="-122"/>
                  <a:sym typeface="阿里巴巴普惠体"/>
                </a:rPr>
                <a:t>添加小标题</a:t>
              </a:r>
            </a:p>
          </p:txBody>
        </p:sp>
        <p:pic>
          <p:nvPicPr>
            <p:cNvPr id="43" name="图形" descr="templates\docerresourceshop\icons\\32313536333632303b32313536333632313bd0c4d4b8b5a5"/>
            <p:cNvPicPr>
              <a:picLocks noChangeAspect="1"/>
            </p:cNvPicPr>
            <p:nvPr>
              <p:custDataLst>
                <p:tags r:id="rId27"/>
              </p:custDataLst>
            </p:nvPr>
          </p:nvPicPr>
          <p:blipFill>
            <a:blip r:embed="rId31">
              <a:extLst>
                <a:ext uri="{96DAC541-7B7A-43D3-8B79-37D633B846F1}">
                  <asvg:svgBlip xmlns:asvg="http://schemas.microsoft.com/office/drawing/2016/SVG/main" r:embed="rId32"/>
                </a:ext>
              </a:extLst>
            </a:blip>
            <a:stretch>
              <a:fillRect/>
            </a:stretch>
          </p:blipFill>
          <p:spPr>
            <a:xfrm>
              <a:off x="10830" y="3367"/>
              <a:ext cx="586" cy="586"/>
            </a:xfrm>
            <a:prstGeom prst="rect">
              <a:avLst/>
            </a:prstGeom>
          </p:spPr>
        </p:pic>
        <p:pic>
          <p:nvPicPr>
            <p:cNvPr id="44" name="图形" descr="templates\docerresourceshop\icons\\32313536333632303b32313536333631373bcafdbedd"/>
            <p:cNvPicPr>
              <a:picLocks noChangeAspect="1"/>
            </p:cNvPicPr>
            <p:nvPr>
              <p:custDataLst>
                <p:tags r:id="rId28"/>
              </p:custDataLst>
            </p:nvPr>
          </p:nvPicPr>
          <p:blipFill>
            <a:blip r:embed="rId33">
              <a:extLst>
                <a:ext uri="{96DAC541-7B7A-43D3-8B79-37D633B846F1}">
                  <asvg:svgBlip xmlns:asvg="http://schemas.microsoft.com/office/drawing/2016/SVG/main" r:embed="rId34"/>
                </a:ext>
              </a:extLst>
            </a:blip>
            <a:stretch>
              <a:fillRect/>
            </a:stretch>
          </p:blipFill>
          <p:spPr>
            <a:xfrm>
              <a:off x="10792" y="5558"/>
              <a:ext cx="624" cy="624"/>
            </a:xfrm>
            <a:prstGeom prst="rect">
              <a:avLst/>
            </a:prstGeom>
          </p:spPr>
        </p:pic>
        <p:pic>
          <p:nvPicPr>
            <p:cNvPr id="45" name="图形" descr="templates\docerresourceshop\icons\\32313536333632303b32313536333631363bcad0b3a1b6a8cebb"/>
            <p:cNvPicPr>
              <a:picLocks noChangeAspect="1"/>
            </p:cNvPicPr>
            <p:nvPr>
              <p:custDataLst>
                <p:tags r:id="rId29"/>
              </p:custDataLst>
            </p:nvPr>
          </p:nvPicPr>
          <p:blipFill>
            <a:blip r:embed="rId35">
              <a:extLst>
                <a:ext uri="{96DAC541-7B7A-43D3-8B79-37D633B846F1}">
                  <asvg:svgBlip xmlns:asvg="http://schemas.microsoft.com/office/drawing/2016/SVG/main" r:embed="rId36"/>
                </a:ext>
              </a:extLst>
            </a:blip>
            <a:stretch>
              <a:fillRect/>
            </a:stretch>
          </p:blipFill>
          <p:spPr>
            <a:xfrm>
              <a:off x="10809" y="7847"/>
              <a:ext cx="578" cy="578"/>
            </a:xfrm>
            <a:prstGeom prst="rect">
              <a:avLst/>
            </a:prstGeom>
          </p:spPr>
        </p:pic>
      </p:grpSp>
      <p:sp>
        <p:nvSpPr>
          <p:cNvPr id="6" name="文本框 5"/>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dur="5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圆: 空心 14"/>
          <p:cNvSpPr/>
          <p:nvPr/>
        </p:nvSpPr>
        <p:spPr>
          <a:xfrm>
            <a:off x="2131764" y="1741448"/>
            <a:ext cx="1828800" cy="1828800"/>
          </a:xfrm>
          <a:prstGeom prst="donut">
            <a:avLst/>
          </a:prstGeom>
          <a:gradFill>
            <a:gsLst>
              <a:gs pos="0">
                <a:schemeClr val="bg1">
                  <a:alpha val="0"/>
                </a:schemeClr>
              </a:gs>
              <a:gs pos="100000">
                <a:srgbClr val="56A4D3"/>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i="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7" name="文本框 16"/>
          <p:cNvSpPr txBox="1"/>
          <p:nvPr/>
        </p:nvSpPr>
        <p:spPr>
          <a:xfrm>
            <a:off x="1879521" y="1681089"/>
            <a:ext cx="2751530" cy="3416320"/>
          </a:xfrm>
          <a:prstGeom prst="rect">
            <a:avLst/>
          </a:prstGeom>
          <a:noFill/>
        </p:spPr>
        <p:txBody>
          <a:bodyPr wrap="square" rtlCol="0">
            <a:spAutoFit/>
          </a:bodyPr>
          <a:lstStyle/>
          <a:p>
            <a:pPr algn="ctr"/>
            <a:r>
              <a:rPr lang="zh-CN" altLang="en-US" sz="21600" dirty="0">
                <a:effectLst>
                  <a:outerShdw blurRad="25400" dist="12700" dir="2700000" algn="tl">
                    <a:srgbClr val="000000">
                      <a:alpha val="30000"/>
                    </a:srgbClr>
                  </a:outerShdw>
                </a:effectLst>
                <a:latin typeface="思源宋体 CN Heavy" panose="02020900000000000000" pitchFamily="18" charset="-122"/>
                <a:ea typeface="思源宋体 CN Heavy" panose="02020900000000000000" pitchFamily="18" charset="-122"/>
                <a:cs typeface="阿里巴巴普惠体" panose="00020600040101010101" charset="-122"/>
                <a:sym typeface="阿里巴巴普惠体"/>
              </a:rPr>
              <a:t>贰</a:t>
            </a:r>
          </a:p>
        </p:txBody>
      </p:sp>
      <p:sp>
        <p:nvSpPr>
          <p:cNvPr id="19" name="矩形 18"/>
          <p:cNvSpPr/>
          <p:nvPr/>
        </p:nvSpPr>
        <p:spPr>
          <a:xfrm>
            <a:off x="5518672" y="2012457"/>
            <a:ext cx="4737787" cy="117951"/>
          </a:xfrm>
          <a:prstGeom prst="rect">
            <a:avLst/>
          </a:prstGeom>
          <a:gradFill>
            <a:gsLst>
              <a:gs pos="0">
                <a:schemeClr val="bg1">
                  <a:alpha val="0"/>
                </a:schemeClr>
              </a:gs>
              <a:gs pos="100000">
                <a:srgbClr val="56A4D3"/>
              </a:gs>
            </a:gsLst>
            <a:lin ang="12000000" scaled="0"/>
          </a:gra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0" name="文本框 19"/>
          <p:cNvSpPr txBox="1"/>
          <p:nvPr/>
        </p:nvSpPr>
        <p:spPr>
          <a:xfrm>
            <a:off x="5410105" y="2372451"/>
            <a:ext cx="3624304" cy="639868"/>
          </a:xfrm>
          <a:prstGeom prst="rect">
            <a:avLst/>
          </a:prstGeom>
          <a:noFill/>
          <a:effectLst/>
        </p:spPr>
        <p:txBody>
          <a:bodyPr wrap="square" lIns="85039" tIns="42520" rIns="85039" bIns="42520" rtlCol="0">
            <a:spAutoFit/>
          </a:bodyPr>
          <a:lstStyle/>
          <a:p>
            <a:r>
              <a:rPr lang="en-US" altLang="zh-CN" sz="3600" dirty="0">
                <a:latin typeface="微软雅黑" panose="020B0503020204020204" pitchFamily="34" charset="-122"/>
                <a:ea typeface="微软雅黑" panose="020B0503020204020204" pitchFamily="34" charset="-122"/>
                <a:cs typeface="阿里巴巴普惠体" panose="00020600040101010101" charset="-122"/>
                <a:sym typeface="阿里巴巴普惠体"/>
              </a:rPr>
              <a:t>PART – O2</a:t>
            </a:r>
            <a:endParaRPr lang="zh-CN" altLang="en-US" sz="36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1" name="PA-文本框 88"/>
          <p:cNvSpPr txBox="1"/>
          <p:nvPr>
            <p:custDataLst>
              <p:tags r:id="rId2"/>
            </p:custDataLst>
          </p:nvPr>
        </p:nvSpPr>
        <p:spPr>
          <a:xfrm>
            <a:off x="5518672" y="4075542"/>
            <a:ext cx="5147535" cy="586251"/>
          </a:xfrm>
          <a:prstGeom prst="rect">
            <a:avLst/>
          </a:prstGeom>
          <a:noFill/>
        </p:spPr>
        <p:txBody>
          <a:bodyPr wrap="square" lIns="0" tIns="0" rIns="0" bIns="0" rtlCol="0">
            <a:spAutoFit/>
          </a:bodyPr>
          <a:lstStyle/>
          <a:p>
            <a:pPr hangingPunct="0">
              <a:lnSpc>
                <a:spcPct val="130000"/>
              </a:lnSpc>
            </a:pPr>
            <a:r>
              <a:rPr lang="en-US" altLang="zh-CN" sz="1000" spc="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Lorem Ipsum is simply dummy text of the printing and typesetting industry. Lorem Ipsum is simply dummy text of the printing and typesetting industry. </a:t>
            </a:r>
          </a:p>
        </p:txBody>
      </p:sp>
      <p:sp>
        <p:nvSpPr>
          <p:cNvPr id="22" name="文本框 21"/>
          <p:cNvSpPr txBox="1"/>
          <p:nvPr/>
        </p:nvSpPr>
        <p:spPr>
          <a:xfrm>
            <a:off x="5410105" y="3012319"/>
            <a:ext cx="6003948" cy="1101533"/>
          </a:xfrm>
          <a:prstGeom prst="rect">
            <a:avLst/>
          </a:prstGeom>
          <a:noFill/>
          <a:effectLst/>
        </p:spPr>
        <p:txBody>
          <a:bodyPr wrap="square" lIns="85039" tIns="42520" rIns="85039" bIns="42520" rtlCol="0">
            <a:spAutoFit/>
          </a:bodyPr>
          <a:lstStyle>
            <a:defPPr>
              <a:defRPr lang="zh-CN"/>
            </a:defPPr>
            <a:lvl1pPr>
              <a:defRPr kumimoji="1" sz="6600">
                <a:latin typeface="汉仪大宋简" panose="02010609000101010101" pitchFamily="49" charset="-122"/>
                <a:ea typeface="汉仪大宋简" panose="02010609000101010101" pitchFamily="49" charset="-122"/>
              </a:defRPr>
            </a:lvl1pPr>
          </a:lstStyle>
          <a:p>
            <a:r>
              <a:rPr lang="zh-CN" altLang="en-US" dirty="0">
                <a:latin typeface="思源宋体 CN Heavy" panose="02020900000000000000" pitchFamily="18" charset="-122"/>
                <a:ea typeface="思源宋体 CN Heavy" panose="02020900000000000000" pitchFamily="18" charset="-122"/>
              </a:rPr>
              <a:t>取得成绩展示</a:t>
            </a:r>
          </a:p>
        </p:txBody>
      </p:sp>
      <p:grpSp>
        <p:nvGrpSpPr>
          <p:cNvPr id="2" name="组合 1"/>
          <p:cNvGrpSpPr/>
          <p:nvPr/>
        </p:nvGrpSpPr>
        <p:grpSpPr>
          <a:xfrm>
            <a:off x="270412" y="297072"/>
            <a:ext cx="11584839" cy="713374"/>
            <a:chOff x="263598" y="297072"/>
            <a:chExt cx="11584839" cy="713374"/>
          </a:xfrm>
        </p:grpSpPr>
        <p:sp>
          <p:nvSpPr>
            <p:cNvPr id="3" name="文本框 2"/>
            <p:cNvSpPr txBox="1"/>
            <p:nvPr/>
          </p:nvSpPr>
          <p:spPr>
            <a:xfrm>
              <a:off x="263598" y="297072"/>
              <a:ext cx="1547218" cy="523220"/>
            </a:xfrm>
            <a:prstGeom prst="rect">
              <a:avLst/>
            </a:prstGeom>
            <a:noFill/>
          </p:spPr>
          <p:txBody>
            <a:bodyPr wrap="none" rtlCol="0">
              <a:spAutoFit/>
            </a:bodyPr>
            <a:lstStyle/>
            <a:p>
              <a:r>
                <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rPr>
                <a:t>第一</a:t>
              </a:r>
              <a:r>
                <a:rPr kumimoji="1" lang="en-US" altLang="zh-CN" sz="2800" dirty="0">
                  <a:solidFill>
                    <a:prstClr val="black"/>
                  </a:solidFill>
                  <a:latin typeface="微软雅黑" panose="020B0503020204020204" pitchFamily="34" charset="-122"/>
                  <a:ea typeface="微软雅黑" panose="020B0503020204020204" pitchFamily="34" charset="-122"/>
                  <a:sym typeface="阿里巴巴普惠体"/>
                </a:rPr>
                <a:t>PPT</a:t>
              </a:r>
              <a:endPar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endParaRPr>
            </a:p>
          </p:txBody>
        </p:sp>
        <p:sp>
          <p:nvSpPr>
            <p:cNvPr id="4" name="文本框 3"/>
            <p:cNvSpPr txBox="1"/>
            <p:nvPr/>
          </p:nvSpPr>
          <p:spPr>
            <a:xfrm>
              <a:off x="329937" y="748836"/>
              <a:ext cx="1645920" cy="261610"/>
            </a:xfrm>
            <a:prstGeom prst="rect">
              <a:avLst/>
            </a:prstGeom>
            <a:noFill/>
          </p:spPr>
          <p:txBody>
            <a:bodyPr wrap="square" rtlCol="0">
              <a:spAutoFit/>
            </a:bodyPr>
            <a:lstStyle/>
            <a:p>
              <a:pPr algn="dist"/>
              <a:r>
                <a:rPr kumimoji="1" lang="en-US" altLang="zh-CN" sz="1050" dirty="0">
                  <a:latin typeface="微软雅黑" panose="020B0503020204020204" pitchFamily="34" charset="-122"/>
                  <a:ea typeface="微软雅黑" panose="020B0503020204020204" pitchFamily="34" charset="-122"/>
                </a:rPr>
                <a:t>COMPANY</a:t>
              </a:r>
              <a:r>
                <a:rPr kumimoji="1" lang="zh-CN" altLang="en-US" sz="1050" dirty="0">
                  <a:latin typeface="微软雅黑" panose="020B0503020204020204" pitchFamily="34" charset="-122"/>
                  <a:ea typeface="微软雅黑" panose="020B0503020204020204" pitchFamily="34" charset="-122"/>
                </a:rPr>
                <a:t> </a:t>
              </a:r>
              <a:r>
                <a:rPr kumimoji="1" lang="en-US" altLang="zh-CN" sz="1050" dirty="0">
                  <a:latin typeface="微软雅黑" panose="020B0503020204020204" pitchFamily="34" charset="-122"/>
                  <a:ea typeface="微软雅黑" panose="020B0503020204020204" pitchFamily="34" charset="-122"/>
                </a:rPr>
                <a:t>SLOGAN</a:t>
              </a:r>
            </a:p>
          </p:txBody>
        </p:sp>
        <p:sp>
          <p:nvSpPr>
            <p:cNvPr id="5" name="文本框 4"/>
            <p:cNvSpPr txBox="1"/>
            <p:nvPr/>
          </p:nvSpPr>
          <p:spPr>
            <a:xfrm>
              <a:off x="9286242" y="337712"/>
              <a:ext cx="2562195" cy="260350"/>
            </a:xfrm>
            <a:prstGeom prst="rect">
              <a:avLst/>
            </a:prstGeom>
            <a:noFill/>
          </p:spPr>
          <p:txBody>
            <a:bodyPr wrap="square" rtlCol="0">
              <a:spAutoFit/>
            </a:bodyPr>
            <a:lstStyle/>
            <a:p>
              <a:pPr algn="dist"/>
              <a:endParaRPr kumimoji="1" lang="en-US" altLang="zh-CN" sz="1100" dirty="0">
                <a:latin typeface="微软雅黑" panose="020B0503020204020204" pitchFamily="34" charset="-122"/>
                <a:ea typeface="微软雅黑" panose="020B0503020204020204" pitchFamily="34" charset="-122"/>
              </a:endParaRPr>
            </a:p>
          </p:txBody>
        </p:sp>
      </p:grpSp>
      <p:sp>
        <p:nvSpPr>
          <p:cNvPr id="6" name="文本框 5"/>
          <p:cNvSpPr txBox="1"/>
          <p:nvPr/>
        </p:nvSpPr>
        <p:spPr>
          <a:xfrm>
            <a:off x="3209365" y="6214312"/>
            <a:ext cx="5773270" cy="307777"/>
          </a:xfrm>
          <a:prstGeom prst="rect">
            <a:avLst/>
          </a:prstGeom>
          <a:noFill/>
        </p:spPr>
        <p:txBody>
          <a:bodyPr wrap="square" rtlCol="0">
            <a:spAutoFit/>
          </a:bodyPr>
          <a:lstStyle/>
          <a:p>
            <a:pPr algn="dist"/>
            <a:r>
              <a:rPr kumimoji="1" lang="zh-CN" altLang="en-US" sz="1400" dirty="0">
                <a:solidFill>
                  <a:schemeClr val="bg1"/>
                </a:solidFill>
                <a:latin typeface="思源宋体 CN Heavy" panose="02020900000000000000" pitchFamily="18" charset="-122"/>
                <a:ea typeface="思源宋体 CN Heavy" panose="02020900000000000000" pitchFamily="18" charset="-122"/>
                <a:sym typeface="阿里巴巴普惠体"/>
              </a:rPr>
              <a:t>第一</a:t>
            </a:r>
            <a:r>
              <a:rPr kumimoji="1" lang="en-US" altLang="zh-CN" sz="1400" dirty="0">
                <a:solidFill>
                  <a:schemeClr val="bg1"/>
                </a:solidFill>
                <a:latin typeface="思源宋体 CN Heavy" panose="02020900000000000000" pitchFamily="18" charset="-122"/>
                <a:ea typeface="思源宋体 CN Heavy" panose="02020900000000000000" pitchFamily="18" charset="-122"/>
                <a:sym typeface="阿里巴巴普惠体"/>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商务办公系列</a:t>
            </a:r>
            <a:r>
              <a:rPr kumimoji="1" lang="en-US" altLang="zh-CN" sz="1400" dirty="0">
                <a:solidFill>
                  <a:schemeClr val="bg1"/>
                </a:solidFill>
                <a:latin typeface="思源宋体 CN Heavy" panose="02020900000000000000" pitchFamily="18" charset="-122"/>
                <a:ea typeface="思源宋体 CN Heavy" panose="02020900000000000000" pitchFamily="18" charset="-122"/>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模板</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1146240" y="1544660"/>
            <a:ext cx="9655651" cy="4042631"/>
            <a:chOff x="1146240" y="1544660"/>
            <a:chExt cx="9655651" cy="4042631"/>
          </a:xfrm>
        </p:grpSpPr>
        <p:grpSp>
          <p:nvGrpSpPr>
            <p:cNvPr id="36" name="组合 35"/>
            <p:cNvGrpSpPr/>
            <p:nvPr/>
          </p:nvGrpSpPr>
          <p:grpSpPr>
            <a:xfrm>
              <a:off x="1146240" y="1544660"/>
              <a:ext cx="9655651" cy="4042631"/>
              <a:chOff x="739987" y="1041536"/>
              <a:chExt cx="7777916" cy="3256460"/>
            </a:xfrm>
          </p:grpSpPr>
          <p:cxnSp>
            <p:nvCxnSpPr>
              <p:cNvPr id="7" name="Straight Connector 37" descr="e7d195523061f1c08d347f6bf0421bdacd46f3c1815d51b81E1CE79090F8942429A56C6AE2B3163BABA1A3FCE285BEC4FF43A5085572A94AD2C0A17AE448F24FA68DD62479D8C0666FEB6710638384D2ED817A4F5797E34891F1163D5AB287143633160D58A98AC22B67743FFC9348CA81DB68EE0D4C6694512B918F40DC71A7146B00CCEB224C7BD1FC7DBFB5735CCF"/>
              <p:cNvCxnSpPr/>
              <p:nvPr/>
            </p:nvCxnSpPr>
            <p:spPr>
              <a:xfrm flipH="1">
                <a:off x="6358083" y="2708431"/>
                <a:ext cx="2151502" cy="0"/>
              </a:xfrm>
              <a:prstGeom prst="line">
                <a:avLst/>
              </a:prstGeom>
              <a:gradFill>
                <a:gsLst>
                  <a:gs pos="0">
                    <a:schemeClr val="accent1"/>
                  </a:gs>
                  <a:gs pos="100000">
                    <a:schemeClr val="accent5"/>
                  </a:gs>
                </a:gsLst>
                <a:lin ang="5400000" scaled="1"/>
              </a:gradFill>
              <a:ln w="12700">
                <a:solidFill>
                  <a:schemeClr val="bg1">
                    <a:lumMod val="75000"/>
                  </a:schemeClr>
                </a:solidFill>
                <a:prstDash val="sysDash"/>
                <a:headEnd type="oval"/>
              </a:ln>
            </p:spPr>
            <p:style>
              <a:lnRef idx="1">
                <a:schemeClr val="accent1"/>
              </a:lnRef>
              <a:fillRef idx="0">
                <a:schemeClr val="accent1"/>
              </a:fillRef>
              <a:effectRef idx="0">
                <a:schemeClr val="accent1"/>
              </a:effectRef>
              <a:fontRef idx="minor">
                <a:schemeClr val="tx1"/>
              </a:fontRef>
            </p:style>
          </p:cxnSp>
          <p:cxnSp>
            <p:nvCxnSpPr>
              <p:cNvPr id="27" name="Straight Connector 36" descr="e7d195523061f1c08d347f6bf0421bdacd46f3c1815d51b81E1CE79090F8942429A56C6AE2B3163BABA1A3FCE285BEC4FF43A5085572A94AD2C0A17AE448F24FA68DD62479D8C0666FEB6710638384D2ED817A4F5797E34891F1163D5AB287143633160D58A98AC22B67743FFC9348CA81DB68EE0D4C6694512B918F40DC71A7146B00CCEB224C7BD1FC7DBFB5735CCF"/>
              <p:cNvCxnSpPr/>
              <p:nvPr/>
            </p:nvCxnSpPr>
            <p:spPr>
              <a:xfrm>
                <a:off x="784308" y="2708431"/>
                <a:ext cx="2151502" cy="0"/>
              </a:xfrm>
              <a:prstGeom prst="line">
                <a:avLst/>
              </a:prstGeom>
              <a:gradFill>
                <a:gsLst>
                  <a:gs pos="0">
                    <a:schemeClr val="accent1"/>
                  </a:gs>
                  <a:gs pos="100000">
                    <a:schemeClr val="accent5"/>
                  </a:gs>
                </a:gsLst>
                <a:lin ang="5400000" scaled="1"/>
              </a:gradFill>
              <a:ln w="12700">
                <a:solidFill>
                  <a:schemeClr val="bg1">
                    <a:lumMod val="75000"/>
                  </a:schemeClr>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28" name="Rectangle 43" descr="e7d195523061f1c08d347f6bf0421bdacd46f3c1815d51b81E1CE79090F8942429A56C6AE2B3163BABA1A3FCE285BEC4FF43A5085572A94AD2C0A17AE448F24FA68DD62479D8C0666FEB6710638384D2ED817A4F5797E34891F1163D5AB287143633160D58A98AC22B67743FFC9348CA81DB68EE0D4C6694512B918F40DC71A7146B00CCEB224C7BD1FC7DBFB5735CCF"/>
              <p:cNvSpPr/>
              <p:nvPr/>
            </p:nvSpPr>
            <p:spPr>
              <a:xfrm>
                <a:off x="775991" y="1822075"/>
                <a:ext cx="2257389" cy="570689"/>
              </a:xfrm>
              <a:prstGeom prst="rect">
                <a:avLst/>
              </a:prstGeom>
              <a:noFill/>
            </p:spPr>
            <p:txBody>
              <a:bodyPr wrap="square" rtlCol="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请在此处添加具体内容，文字尽量言简意赅，简单说明即可</a:t>
                </a:r>
              </a:p>
            </p:txBody>
          </p:sp>
          <p:sp>
            <p:nvSpPr>
              <p:cNvPr id="29" name="Rectangle 45" descr="e7d195523061f1c08d347f6bf0421bdacd46f3c1815d51b81E1CE79090F8942429A56C6AE2B3163BABA1A3FCE285BEC4FF43A5085572A94AD2C0A17AE448F24FA68DD62479D8C0666FEB6710638384D2ED817A4F5797E34891F1163D5AB287143633160D58A98AC22B67743FFC9348CA81DB68EE0D4C6694512B918F40DC71A7146B00CCEB224C7BD1FC7DBFB5735CCF"/>
              <p:cNvSpPr/>
              <p:nvPr/>
            </p:nvSpPr>
            <p:spPr>
              <a:xfrm>
                <a:off x="6260514" y="3719263"/>
                <a:ext cx="2257389" cy="570689"/>
              </a:xfrm>
              <a:prstGeom prst="rect">
                <a:avLst/>
              </a:prstGeom>
              <a:noFill/>
            </p:spPr>
            <p:txBody>
              <a:bodyPr wrap="square" rtlCol="0">
                <a:spAutoFit/>
              </a:bodyPr>
              <a:lstStyle/>
              <a:p>
                <a:pPr algn="r"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请在此处添加具体内容，文字尽量言简意赅，简单说明即可</a:t>
                </a:r>
              </a:p>
            </p:txBody>
          </p:sp>
          <p:sp>
            <p:nvSpPr>
              <p:cNvPr id="30" name="TextBox 50"/>
              <p:cNvSpPr txBox="1"/>
              <p:nvPr/>
            </p:nvSpPr>
            <p:spPr>
              <a:xfrm>
                <a:off x="775987" y="2825356"/>
                <a:ext cx="1132699" cy="619808"/>
              </a:xfrm>
              <a:prstGeom prst="rect">
                <a:avLst/>
              </a:prstGeom>
              <a:noFill/>
            </p:spPr>
            <p:txBody>
              <a:bodyPr wrap="none" rtlCol="0">
                <a:spAutoFit/>
              </a:bodyPr>
              <a:lstStyle/>
              <a:p>
                <a:r>
                  <a:rPr lang="en-US" sz="4400" b="1" dirty="0">
                    <a:solidFill>
                      <a:srgbClr val="56A4D3"/>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35%</a:t>
                </a:r>
              </a:p>
            </p:txBody>
          </p:sp>
          <p:sp>
            <p:nvSpPr>
              <p:cNvPr id="31" name="Down Arrow 34"/>
              <p:cNvSpPr/>
              <p:nvPr/>
            </p:nvSpPr>
            <p:spPr>
              <a:xfrm flipV="1">
                <a:off x="1840082" y="3014788"/>
                <a:ext cx="167941" cy="252471"/>
              </a:xfrm>
              <a:prstGeom prst="downArrow">
                <a:avLst/>
              </a:prstGeom>
              <a:solidFill>
                <a:srgbClr val="56A4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2" name="TextBox 52"/>
              <p:cNvSpPr txBox="1"/>
              <p:nvPr/>
            </p:nvSpPr>
            <p:spPr>
              <a:xfrm>
                <a:off x="761363" y="3445163"/>
                <a:ext cx="975165" cy="322301"/>
              </a:xfrm>
              <a:prstGeom prst="rect">
                <a:avLst/>
              </a:prstGeom>
              <a:noFill/>
            </p:spPr>
            <p:txBody>
              <a:bodyPr wrap="none" rtlCol="0">
                <a:spAutoFit/>
              </a:bodyPr>
              <a:lstStyle/>
              <a:p>
                <a:pPr defTabSz="457200">
                  <a:spcBef>
                    <a:spcPct val="0"/>
                  </a:spcBef>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33" name="Rectangle 54" descr="e7d195523061f1c08d347f6bf0421bdacd46f3c1815d51b81E1CE79090F8942429A56C6AE2B3163BABA1A3FCE285BEC4FF43A5085572A94AD2C0A17AE448F24FA68DD62479D8C0666FEB6710638384D2ED817A4F5797E34891F1163D5AB287143633160D58A98AC22B67743FFC9348CA81DB68EE0D4C6694512B918F40DC71A7146B00CCEB224C7BD1FC7DBFB5735CCF"/>
              <p:cNvSpPr/>
              <p:nvPr/>
            </p:nvSpPr>
            <p:spPr>
              <a:xfrm>
                <a:off x="775991" y="3727307"/>
                <a:ext cx="2257388" cy="570689"/>
              </a:xfrm>
              <a:prstGeom prst="rect">
                <a:avLst/>
              </a:prstGeom>
              <a:noFill/>
            </p:spPr>
            <p:txBody>
              <a:bodyPr wrap="square" rtlCol="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请在此处添加具体内容，文字尽量言简意赅，简单说明即可</a:t>
                </a:r>
              </a:p>
            </p:txBody>
          </p:sp>
          <p:sp>
            <p:nvSpPr>
              <p:cNvPr id="34" name="TextBox 59"/>
              <p:cNvSpPr txBox="1"/>
              <p:nvPr/>
            </p:nvSpPr>
            <p:spPr>
              <a:xfrm flipH="1">
                <a:off x="7385203" y="1041536"/>
                <a:ext cx="1132700" cy="619808"/>
              </a:xfrm>
              <a:prstGeom prst="rect">
                <a:avLst/>
              </a:prstGeom>
              <a:noFill/>
            </p:spPr>
            <p:txBody>
              <a:bodyPr wrap="none" rtlCol="0">
                <a:spAutoFit/>
              </a:bodyPr>
              <a:lstStyle/>
              <a:p>
                <a:pPr algn="r"/>
                <a:r>
                  <a:rPr lang="en-US" sz="4400" b="1" dirty="0">
                    <a:solidFill>
                      <a:srgbClr val="EA7912"/>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55%</a:t>
                </a:r>
              </a:p>
            </p:txBody>
          </p:sp>
          <p:sp>
            <p:nvSpPr>
              <p:cNvPr id="35" name="Down Arrow 34"/>
              <p:cNvSpPr/>
              <p:nvPr/>
            </p:nvSpPr>
            <p:spPr>
              <a:xfrm flipH="1" flipV="1">
                <a:off x="7236630" y="1206541"/>
                <a:ext cx="167942" cy="252471"/>
              </a:xfrm>
              <a:prstGeom prst="downArrow">
                <a:avLst/>
              </a:prstGeom>
              <a:solidFill>
                <a:srgbClr val="EA79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7" name="TextBox 61"/>
              <p:cNvSpPr txBox="1"/>
              <p:nvPr/>
            </p:nvSpPr>
            <p:spPr>
              <a:xfrm flipH="1">
                <a:off x="7542737" y="1650605"/>
                <a:ext cx="975166" cy="322301"/>
              </a:xfrm>
              <a:prstGeom prst="rect">
                <a:avLst/>
              </a:prstGeom>
              <a:noFill/>
            </p:spPr>
            <p:txBody>
              <a:bodyPr wrap="none" rtlCol="0">
                <a:spAutoFit/>
              </a:bodyPr>
              <a:lstStyle/>
              <a:p>
                <a:pPr algn="r" defTabSz="457200">
                  <a:spcBef>
                    <a:spcPct val="0"/>
                  </a:spcBef>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38" name="Rectangle 58" descr="e7d195523061f1c08d347f6bf0421bdacd46f3c1815d51b81E1CE79090F8942429A56C6AE2B3163BABA1A3FCE285BEC4FF43A5085572A94AD2C0A17AE448F24FA68DD62479D8C0666FEB6710638384D2ED817A4F5797E34891F1163D5AB287143633160D58A98AC22B67743FFC9348CA81DB68EE0D4C6694512B918F40DC71A7146B00CCEB224C7BD1FC7DBFB5735CCF"/>
              <p:cNvSpPr/>
              <p:nvPr/>
            </p:nvSpPr>
            <p:spPr>
              <a:xfrm flipH="1">
                <a:off x="6260514" y="1918067"/>
                <a:ext cx="2257389" cy="570689"/>
              </a:xfrm>
              <a:prstGeom prst="rect">
                <a:avLst/>
              </a:prstGeom>
              <a:noFill/>
            </p:spPr>
            <p:txBody>
              <a:bodyPr wrap="square" rtlCol="0">
                <a:spAutoFit/>
              </a:bodyPr>
              <a:lstStyle/>
              <a:p>
                <a:pPr algn="r"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请在此处添加具体内容，文字尽量言简意赅，简单说明即可</a:t>
                </a:r>
              </a:p>
            </p:txBody>
          </p:sp>
          <p:sp>
            <p:nvSpPr>
              <p:cNvPr id="45" name="矩形: 剪去对角 44"/>
              <p:cNvSpPr/>
              <p:nvPr/>
            </p:nvSpPr>
            <p:spPr>
              <a:xfrm>
                <a:off x="739987" y="1524601"/>
                <a:ext cx="1367246" cy="270984"/>
              </a:xfrm>
              <a:prstGeom prst="snip2Diag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57200">
                  <a:spcBef>
                    <a:spcPct val="0"/>
                  </a:spcBef>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46" name="矩形: 剪去对角 45"/>
              <p:cNvSpPr/>
              <p:nvPr/>
            </p:nvSpPr>
            <p:spPr>
              <a:xfrm>
                <a:off x="7150657" y="3344144"/>
                <a:ext cx="1367246" cy="270984"/>
              </a:xfrm>
              <a:prstGeom prst="snip2Diag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defTabSz="457200">
                  <a:spcBef>
                    <a:spcPct val="0"/>
                  </a:spcBef>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grpSp>
        <p:grpSp>
          <p:nvGrpSpPr>
            <p:cNvPr id="11" name="组合 10"/>
            <p:cNvGrpSpPr/>
            <p:nvPr/>
          </p:nvGrpSpPr>
          <p:grpSpPr>
            <a:xfrm>
              <a:off x="4179738" y="1786138"/>
              <a:ext cx="3655674" cy="3655674"/>
              <a:chOff x="3872177" y="1489737"/>
              <a:chExt cx="4248474" cy="4248474"/>
            </a:xfrm>
          </p:grpSpPr>
          <p:sp>
            <p:nvSpPr>
              <p:cNvPr id="8" name="Arc 39" descr="e7d195523061f1c08d347f6bf0421bdacd46f3c1815d51b81E1CE79090F8942429A56C6AE2B3163BABA1A3FCE285BEC4FF43A5085572A94AD2C0A17AE448F24FA68DD62479D8C0666FEB6710638384D2ED817A4F5797E34891F1163D5AB287143633160D58A98AC22B67743FFC9348CA81DB68EE0D4C6694512B918F40DC71A7146B00CCEB224C7BD1FC7DBFB5735CCF"/>
              <p:cNvSpPr/>
              <p:nvPr/>
            </p:nvSpPr>
            <p:spPr>
              <a:xfrm>
                <a:off x="3872177" y="1489737"/>
                <a:ext cx="4248474" cy="4248474"/>
              </a:xfrm>
              <a:prstGeom prst="arc">
                <a:avLst/>
              </a:prstGeom>
              <a:solidFill>
                <a:srgbClr val="EA7912"/>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9" name="Arc 40" descr="e7d195523061f1c08d347f6bf0421bdacd46f3c1815d51b81E1CE79090F8942429A56C6AE2B3163BABA1A3FCE285BEC4FF43A5085572A94AD2C0A17AE448F24FA68DD62479D8C0666FEB6710638384D2ED817A4F5797E34891F1163D5AB287143633160D58A98AC22B67743FFC9348CA81DB68EE0D4C6694512B918F40DC71A7146B00CCEB224C7BD1FC7DBFB5735CCF"/>
              <p:cNvSpPr/>
              <p:nvPr/>
            </p:nvSpPr>
            <p:spPr>
              <a:xfrm flipH="1" flipV="1">
                <a:off x="3872177" y="1489737"/>
                <a:ext cx="4248474" cy="4248474"/>
              </a:xfrm>
              <a:prstGeom prst="arc">
                <a:avLst/>
              </a:pr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0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0" name="椭圆 9"/>
              <p:cNvSpPr/>
              <p:nvPr/>
            </p:nvSpPr>
            <p:spPr>
              <a:xfrm>
                <a:off x="4259756" y="1851598"/>
                <a:ext cx="3485072" cy="3485072"/>
              </a:xfrm>
              <a:prstGeom prst="ellipse">
                <a:avLst/>
              </a:prstGeom>
              <a:blipFill>
                <a:blip r:embed="rId3" cstate="email">
                  <a:extLst>
                    <a:ext uri="{28A0092B-C50C-407E-A947-70E740481C1C}">
                      <a14:useLocalDpi xmlns:a14="http://schemas.microsoft.com/office/drawing/2010/main"/>
                    </a:ext>
                  </a:extLst>
                </a:blip>
                <a:stretch>
                  <a:fillRect b="118"/>
                </a:stretch>
              </a:bli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6" presetClass="entr" presetSubtype="16" dur="2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图形"/>
          <p:cNvGrpSpPr/>
          <p:nvPr/>
        </p:nvGrpSpPr>
        <p:grpSpPr>
          <a:xfrm>
            <a:off x="876801" y="1600033"/>
            <a:ext cx="10771505" cy="4418965"/>
            <a:chOff x="1305" y="2425"/>
            <a:chExt cx="16963" cy="6959"/>
          </a:xfrm>
        </p:grpSpPr>
        <p:sp>
          <p:nvSpPr>
            <p:cNvPr id="70" name="图形"/>
            <p:cNvSpPr/>
            <p:nvPr>
              <p:custDataLst>
                <p:tags r:id="rId2"/>
              </p:custDataLst>
            </p:nvPr>
          </p:nvSpPr>
          <p:spPr bwMode="auto">
            <a:xfrm>
              <a:off x="2552" y="2425"/>
              <a:ext cx="2290" cy="2702"/>
            </a:xfrm>
            <a:custGeom>
              <a:avLst/>
              <a:gdLst>
                <a:gd name="T0" fmla="*/ 0 w 1187"/>
                <a:gd name="T1" fmla="*/ 349 h 1401"/>
                <a:gd name="T2" fmla="*/ 595 w 1187"/>
                <a:gd name="T3" fmla="*/ 0 h 1401"/>
                <a:gd name="T4" fmla="*/ 1187 w 1187"/>
                <a:gd name="T5" fmla="*/ 349 h 1401"/>
                <a:gd name="T6" fmla="*/ 1187 w 1187"/>
                <a:gd name="T7" fmla="*/ 1048 h 1401"/>
                <a:gd name="T8" fmla="*/ 595 w 1187"/>
                <a:gd name="T9" fmla="*/ 1401 h 1401"/>
                <a:gd name="T10" fmla="*/ 0 w 1187"/>
                <a:gd name="T11" fmla="*/ 1048 h 1401"/>
                <a:gd name="T12" fmla="*/ 0 w 1187"/>
                <a:gd name="T13" fmla="*/ 349 h 1401"/>
              </a:gdLst>
              <a:ahLst/>
              <a:cxnLst>
                <a:cxn ang="0">
                  <a:pos x="T0" y="T1"/>
                </a:cxn>
                <a:cxn ang="0">
                  <a:pos x="T2" y="T3"/>
                </a:cxn>
                <a:cxn ang="0">
                  <a:pos x="T4" y="T5"/>
                </a:cxn>
                <a:cxn ang="0">
                  <a:pos x="T6" y="T7"/>
                </a:cxn>
                <a:cxn ang="0">
                  <a:pos x="T8" y="T9"/>
                </a:cxn>
                <a:cxn ang="0">
                  <a:pos x="T10" y="T11"/>
                </a:cxn>
                <a:cxn ang="0">
                  <a:pos x="T12" y="T13"/>
                </a:cxn>
              </a:cxnLst>
              <a:rect l="0" t="0" r="r" b="b"/>
              <a:pathLst>
                <a:path w="1187" h="1401">
                  <a:moveTo>
                    <a:pt x="0" y="349"/>
                  </a:moveTo>
                  <a:lnTo>
                    <a:pt x="595" y="0"/>
                  </a:lnTo>
                  <a:lnTo>
                    <a:pt x="1187" y="349"/>
                  </a:lnTo>
                  <a:lnTo>
                    <a:pt x="1187" y="1048"/>
                  </a:lnTo>
                  <a:lnTo>
                    <a:pt x="595" y="1401"/>
                  </a:lnTo>
                  <a:lnTo>
                    <a:pt x="0" y="1048"/>
                  </a:lnTo>
                  <a:lnTo>
                    <a:pt x="0" y="349"/>
                  </a:lnTo>
                  <a:close/>
                </a:path>
              </a:pathLst>
            </a:custGeom>
            <a:solidFill>
              <a:srgbClr val="56A4D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7" name="图形"/>
            <p:cNvSpPr/>
            <p:nvPr>
              <p:custDataLst>
                <p:tags r:id="rId3"/>
              </p:custDataLst>
            </p:nvPr>
          </p:nvSpPr>
          <p:spPr bwMode="auto">
            <a:xfrm>
              <a:off x="3782" y="4519"/>
              <a:ext cx="2288" cy="2702"/>
            </a:xfrm>
            <a:custGeom>
              <a:avLst/>
              <a:gdLst>
                <a:gd name="T0" fmla="*/ 0 w 1186"/>
                <a:gd name="T1" fmla="*/ 349 h 1401"/>
                <a:gd name="T2" fmla="*/ 595 w 1186"/>
                <a:gd name="T3" fmla="*/ 0 h 1401"/>
                <a:gd name="T4" fmla="*/ 1186 w 1186"/>
                <a:gd name="T5" fmla="*/ 349 h 1401"/>
                <a:gd name="T6" fmla="*/ 1186 w 1186"/>
                <a:gd name="T7" fmla="*/ 1051 h 1401"/>
                <a:gd name="T8" fmla="*/ 595 w 1186"/>
                <a:gd name="T9" fmla="*/ 1401 h 1401"/>
                <a:gd name="T10" fmla="*/ 0 w 1186"/>
                <a:gd name="T11" fmla="*/ 1051 h 1401"/>
                <a:gd name="T12" fmla="*/ 0 w 1186"/>
                <a:gd name="T13" fmla="*/ 349 h 1401"/>
              </a:gdLst>
              <a:ahLst/>
              <a:cxnLst>
                <a:cxn ang="0">
                  <a:pos x="T0" y="T1"/>
                </a:cxn>
                <a:cxn ang="0">
                  <a:pos x="T2" y="T3"/>
                </a:cxn>
                <a:cxn ang="0">
                  <a:pos x="T4" y="T5"/>
                </a:cxn>
                <a:cxn ang="0">
                  <a:pos x="T6" y="T7"/>
                </a:cxn>
                <a:cxn ang="0">
                  <a:pos x="T8" y="T9"/>
                </a:cxn>
                <a:cxn ang="0">
                  <a:pos x="T10" y="T11"/>
                </a:cxn>
                <a:cxn ang="0">
                  <a:pos x="T12" y="T13"/>
                </a:cxn>
              </a:cxnLst>
              <a:rect l="0" t="0" r="r" b="b"/>
              <a:pathLst>
                <a:path w="1186" h="1401">
                  <a:moveTo>
                    <a:pt x="0" y="349"/>
                  </a:moveTo>
                  <a:lnTo>
                    <a:pt x="595" y="0"/>
                  </a:lnTo>
                  <a:lnTo>
                    <a:pt x="1186" y="349"/>
                  </a:lnTo>
                  <a:lnTo>
                    <a:pt x="1186" y="1051"/>
                  </a:lnTo>
                  <a:lnTo>
                    <a:pt x="595" y="1401"/>
                  </a:lnTo>
                  <a:lnTo>
                    <a:pt x="0" y="1051"/>
                  </a:lnTo>
                  <a:lnTo>
                    <a:pt x="0" y="349"/>
                  </a:lnTo>
                  <a:close/>
                </a:path>
              </a:pathLst>
            </a:custGeom>
            <a:solidFill>
              <a:srgbClr val="EA791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4" name="图形"/>
            <p:cNvSpPr/>
            <p:nvPr>
              <p:custDataLst>
                <p:tags r:id="rId4"/>
              </p:custDataLst>
            </p:nvPr>
          </p:nvSpPr>
          <p:spPr bwMode="auto">
            <a:xfrm>
              <a:off x="2552" y="6682"/>
              <a:ext cx="2290" cy="2702"/>
            </a:xfrm>
            <a:custGeom>
              <a:avLst/>
              <a:gdLst>
                <a:gd name="T0" fmla="*/ 0 w 1187"/>
                <a:gd name="T1" fmla="*/ 349 h 1401"/>
                <a:gd name="T2" fmla="*/ 595 w 1187"/>
                <a:gd name="T3" fmla="*/ 0 h 1401"/>
                <a:gd name="T4" fmla="*/ 1187 w 1187"/>
                <a:gd name="T5" fmla="*/ 349 h 1401"/>
                <a:gd name="T6" fmla="*/ 1187 w 1187"/>
                <a:gd name="T7" fmla="*/ 1048 h 1401"/>
                <a:gd name="T8" fmla="*/ 595 w 1187"/>
                <a:gd name="T9" fmla="*/ 1401 h 1401"/>
                <a:gd name="T10" fmla="*/ 0 w 1187"/>
                <a:gd name="T11" fmla="*/ 1048 h 1401"/>
                <a:gd name="T12" fmla="*/ 0 w 1187"/>
                <a:gd name="T13" fmla="*/ 349 h 1401"/>
              </a:gdLst>
              <a:ahLst/>
              <a:cxnLst>
                <a:cxn ang="0">
                  <a:pos x="T0" y="T1"/>
                </a:cxn>
                <a:cxn ang="0">
                  <a:pos x="T2" y="T3"/>
                </a:cxn>
                <a:cxn ang="0">
                  <a:pos x="T4" y="T5"/>
                </a:cxn>
                <a:cxn ang="0">
                  <a:pos x="T6" y="T7"/>
                </a:cxn>
                <a:cxn ang="0">
                  <a:pos x="T8" y="T9"/>
                </a:cxn>
                <a:cxn ang="0">
                  <a:pos x="T10" y="T11"/>
                </a:cxn>
                <a:cxn ang="0">
                  <a:pos x="T12" y="T13"/>
                </a:cxn>
              </a:cxnLst>
              <a:rect l="0" t="0" r="r" b="b"/>
              <a:pathLst>
                <a:path w="1187" h="1401">
                  <a:moveTo>
                    <a:pt x="0" y="349"/>
                  </a:moveTo>
                  <a:lnTo>
                    <a:pt x="595" y="0"/>
                  </a:lnTo>
                  <a:lnTo>
                    <a:pt x="1187" y="349"/>
                  </a:lnTo>
                  <a:lnTo>
                    <a:pt x="1187" y="1048"/>
                  </a:lnTo>
                  <a:lnTo>
                    <a:pt x="595" y="1401"/>
                  </a:lnTo>
                  <a:lnTo>
                    <a:pt x="0" y="1048"/>
                  </a:lnTo>
                  <a:lnTo>
                    <a:pt x="0" y="349"/>
                  </a:lnTo>
                  <a:close/>
                </a:path>
              </a:pathLst>
            </a:custGeom>
            <a:solidFill>
              <a:srgbClr val="56A4D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7668" name="图形"/>
            <p:cNvSpPr>
              <a:spLocks noChangeArrowheads="1"/>
            </p:cNvSpPr>
            <p:nvPr>
              <p:custDataLst>
                <p:tags r:id="rId5"/>
              </p:custDataLst>
            </p:nvPr>
          </p:nvSpPr>
          <p:spPr bwMode="auto">
            <a:xfrm>
              <a:off x="4989" y="2689"/>
              <a:ext cx="4262" cy="1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23" name="图形"/>
            <p:cNvSpPr>
              <a:spLocks noChangeArrowheads="1"/>
            </p:cNvSpPr>
            <p:nvPr>
              <p:custDataLst>
                <p:tags r:id="rId6"/>
              </p:custDataLst>
            </p:nvPr>
          </p:nvSpPr>
          <p:spPr bwMode="auto">
            <a:xfrm>
              <a:off x="4989" y="7591"/>
              <a:ext cx="4262" cy="1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16" name="图形"/>
            <p:cNvSpPr>
              <a:spLocks noChangeArrowheads="1"/>
            </p:cNvSpPr>
            <p:nvPr>
              <p:custDataLst>
                <p:tags r:id="rId7"/>
              </p:custDataLst>
            </p:nvPr>
          </p:nvSpPr>
          <p:spPr bwMode="auto">
            <a:xfrm>
              <a:off x="6225" y="5106"/>
              <a:ext cx="4262" cy="1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21" name="图形"/>
            <p:cNvSpPr/>
            <p:nvPr>
              <p:custDataLst>
                <p:tags r:id="rId8"/>
              </p:custDataLst>
            </p:nvPr>
          </p:nvSpPr>
          <p:spPr bwMode="auto">
            <a:xfrm>
              <a:off x="1305" y="4507"/>
              <a:ext cx="2290" cy="2702"/>
            </a:xfrm>
            <a:custGeom>
              <a:avLst/>
              <a:gdLst>
                <a:gd name="T0" fmla="*/ 0 w 1187"/>
                <a:gd name="T1" fmla="*/ 349 h 1401"/>
                <a:gd name="T2" fmla="*/ 595 w 1187"/>
                <a:gd name="T3" fmla="*/ 0 h 1401"/>
                <a:gd name="T4" fmla="*/ 1187 w 1187"/>
                <a:gd name="T5" fmla="*/ 349 h 1401"/>
                <a:gd name="T6" fmla="*/ 1187 w 1187"/>
                <a:gd name="T7" fmla="*/ 1048 h 1401"/>
                <a:gd name="T8" fmla="*/ 595 w 1187"/>
                <a:gd name="T9" fmla="*/ 1401 h 1401"/>
                <a:gd name="T10" fmla="*/ 0 w 1187"/>
                <a:gd name="T11" fmla="*/ 1048 h 1401"/>
                <a:gd name="T12" fmla="*/ 0 w 1187"/>
                <a:gd name="T13" fmla="*/ 349 h 1401"/>
              </a:gdLst>
              <a:ahLst/>
              <a:cxnLst>
                <a:cxn ang="0">
                  <a:pos x="T0" y="T1"/>
                </a:cxn>
                <a:cxn ang="0">
                  <a:pos x="T2" y="T3"/>
                </a:cxn>
                <a:cxn ang="0">
                  <a:pos x="T4" y="T5"/>
                </a:cxn>
                <a:cxn ang="0">
                  <a:pos x="T6" y="T7"/>
                </a:cxn>
                <a:cxn ang="0">
                  <a:pos x="T8" y="T9"/>
                </a:cxn>
                <a:cxn ang="0">
                  <a:pos x="T10" y="T11"/>
                </a:cxn>
                <a:cxn ang="0">
                  <a:pos x="T12" y="T13"/>
                </a:cxn>
              </a:cxnLst>
              <a:rect l="0" t="0" r="r" b="b"/>
              <a:pathLst>
                <a:path w="1187" h="1401">
                  <a:moveTo>
                    <a:pt x="0" y="349"/>
                  </a:moveTo>
                  <a:lnTo>
                    <a:pt x="595" y="0"/>
                  </a:lnTo>
                  <a:lnTo>
                    <a:pt x="1187" y="349"/>
                  </a:lnTo>
                  <a:lnTo>
                    <a:pt x="1187" y="1048"/>
                  </a:lnTo>
                  <a:lnTo>
                    <a:pt x="595" y="1401"/>
                  </a:lnTo>
                  <a:lnTo>
                    <a:pt x="0" y="1048"/>
                  </a:lnTo>
                  <a:lnTo>
                    <a:pt x="0" y="349"/>
                  </a:lnTo>
                  <a:close/>
                </a:path>
              </a:pathLst>
            </a:custGeom>
            <a:solidFill>
              <a:srgbClr val="EA791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nvGrpSpPr>
            <p:cNvPr id="315" name="Group 314"/>
            <p:cNvGrpSpPr/>
            <p:nvPr/>
          </p:nvGrpSpPr>
          <p:grpSpPr>
            <a:xfrm>
              <a:off x="1774" y="5230"/>
              <a:ext cx="1206" cy="1098"/>
              <a:chOff x="8344680" y="-10664"/>
              <a:chExt cx="1343052" cy="1223964"/>
            </a:xfrm>
            <a:solidFill>
              <a:schemeClr val="bg1"/>
            </a:solidFill>
          </p:grpSpPr>
          <p:sp>
            <p:nvSpPr>
              <p:cNvPr id="316" name="图形"/>
              <p:cNvSpPr>
                <a:spLocks noChangeArrowheads="1"/>
              </p:cNvSpPr>
              <p:nvPr>
                <p:custDataLst>
                  <p:tags r:id="rId33"/>
                </p:custDataLst>
              </p:nvPr>
            </p:nvSpPr>
            <p:spPr bwMode="auto">
              <a:xfrm>
                <a:off x="8427230" y="960886"/>
                <a:ext cx="252414" cy="2524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17" name="图形"/>
              <p:cNvSpPr>
                <a:spLocks noChangeArrowheads="1"/>
              </p:cNvSpPr>
              <p:nvPr>
                <p:custDataLst>
                  <p:tags r:id="rId34"/>
                </p:custDataLst>
              </p:nvPr>
            </p:nvSpPr>
            <p:spPr bwMode="auto">
              <a:xfrm>
                <a:off x="8763779" y="791024"/>
                <a:ext cx="252414" cy="4222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18" name="图形"/>
              <p:cNvSpPr>
                <a:spLocks noChangeArrowheads="1"/>
              </p:cNvSpPr>
              <p:nvPr>
                <p:custDataLst>
                  <p:tags r:id="rId35"/>
                </p:custDataLst>
              </p:nvPr>
            </p:nvSpPr>
            <p:spPr bwMode="auto">
              <a:xfrm>
                <a:off x="9100331" y="622750"/>
                <a:ext cx="252414" cy="590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19" name="图形"/>
              <p:cNvSpPr>
                <a:spLocks noChangeArrowheads="1"/>
              </p:cNvSpPr>
              <p:nvPr>
                <p:custDataLst>
                  <p:tags r:id="rId36"/>
                </p:custDataLst>
              </p:nvPr>
            </p:nvSpPr>
            <p:spPr bwMode="auto">
              <a:xfrm>
                <a:off x="9436907" y="454473"/>
                <a:ext cx="250825" cy="758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20" name="图形"/>
              <p:cNvSpPr/>
              <p:nvPr>
                <p:custDataLst>
                  <p:tags r:id="rId37"/>
                </p:custDataLst>
              </p:nvPr>
            </p:nvSpPr>
            <p:spPr bwMode="auto">
              <a:xfrm>
                <a:off x="8344680" y="-10664"/>
                <a:ext cx="1343024" cy="801688"/>
              </a:xfrm>
              <a:custGeom>
                <a:avLst/>
                <a:gdLst>
                  <a:gd name="T0" fmla="*/ 727 w 846"/>
                  <a:gd name="T1" fmla="*/ 120 h 505"/>
                  <a:gd name="T2" fmla="*/ 569 w 846"/>
                  <a:gd name="T3" fmla="*/ 120 h 505"/>
                  <a:gd name="T4" fmla="*/ 370 w 846"/>
                  <a:gd name="T5" fmla="*/ 266 h 505"/>
                  <a:gd name="T6" fmla="*/ 264 w 846"/>
                  <a:gd name="T7" fmla="*/ 213 h 505"/>
                  <a:gd name="T8" fmla="*/ 0 w 846"/>
                  <a:gd name="T9" fmla="*/ 439 h 505"/>
                  <a:gd name="T10" fmla="*/ 0 w 846"/>
                  <a:gd name="T11" fmla="*/ 505 h 505"/>
                  <a:gd name="T12" fmla="*/ 264 w 846"/>
                  <a:gd name="T13" fmla="*/ 279 h 505"/>
                  <a:gd name="T14" fmla="*/ 370 w 846"/>
                  <a:gd name="T15" fmla="*/ 333 h 505"/>
                  <a:gd name="T16" fmla="*/ 595 w 846"/>
                  <a:gd name="T17" fmla="*/ 173 h 505"/>
                  <a:gd name="T18" fmla="*/ 754 w 846"/>
                  <a:gd name="T19" fmla="*/ 173 h 505"/>
                  <a:gd name="T20" fmla="*/ 846 w 846"/>
                  <a:gd name="T21" fmla="*/ 80 h 505"/>
                  <a:gd name="T22" fmla="*/ 846 w 846"/>
                  <a:gd name="T23" fmla="*/ 0 h 505"/>
                  <a:gd name="T24" fmla="*/ 727 w 846"/>
                  <a:gd name="T25" fmla="*/ 120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5" h="505">
                    <a:moveTo>
                      <a:pt x="727" y="120"/>
                    </a:moveTo>
                    <a:lnTo>
                      <a:pt x="569" y="120"/>
                    </a:lnTo>
                    <a:lnTo>
                      <a:pt x="370" y="266"/>
                    </a:lnTo>
                    <a:lnTo>
                      <a:pt x="264" y="213"/>
                    </a:lnTo>
                    <a:lnTo>
                      <a:pt x="0" y="439"/>
                    </a:lnTo>
                    <a:lnTo>
                      <a:pt x="0" y="505"/>
                    </a:lnTo>
                    <a:lnTo>
                      <a:pt x="264" y="279"/>
                    </a:lnTo>
                    <a:lnTo>
                      <a:pt x="370" y="333"/>
                    </a:lnTo>
                    <a:lnTo>
                      <a:pt x="595" y="173"/>
                    </a:lnTo>
                    <a:lnTo>
                      <a:pt x="754" y="173"/>
                    </a:lnTo>
                    <a:lnTo>
                      <a:pt x="846" y="80"/>
                    </a:lnTo>
                    <a:lnTo>
                      <a:pt x="846" y="0"/>
                    </a:lnTo>
                    <a:lnTo>
                      <a:pt x="727" y="1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nvGrpSpPr>
            <p:cNvPr id="221" name="Group 220"/>
            <p:cNvGrpSpPr/>
            <p:nvPr/>
          </p:nvGrpSpPr>
          <p:grpSpPr>
            <a:xfrm>
              <a:off x="3352" y="7720"/>
              <a:ext cx="844" cy="844"/>
              <a:chOff x="7716838" y="4857750"/>
              <a:chExt cx="569913" cy="569912"/>
            </a:xfrm>
            <a:solidFill>
              <a:schemeClr val="bg1"/>
            </a:solidFill>
          </p:grpSpPr>
          <p:sp>
            <p:nvSpPr>
              <p:cNvPr id="222" name="图形"/>
              <p:cNvSpPr/>
              <p:nvPr>
                <p:custDataLst>
                  <p:tags r:id="rId26"/>
                </p:custDataLst>
              </p:nvPr>
            </p:nvSpPr>
            <p:spPr bwMode="auto">
              <a:xfrm>
                <a:off x="7716838" y="5238750"/>
                <a:ext cx="382588" cy="188912"/>
              </a:xfrm>
              <a:custGeom>
                <a:avLst/>
                <a:gdLst>
                  <a:gd name="T0" fmla="*/ 164 w 164"/>
                  <a:gd name="T1" fmla="*/ 81 h 81"/>
                  <a:gd name="T2" fmla="*/ 0 w 164"/>
                  <a:gd name="T3" fmla="*/ 81 h 81"/>
                  <a:gd name="T4" fmla="*/ 0 w 164"/>
                  <a:gd name="T5" fmla="*/ 59 h 81"/>
                  <a:gd name="T6" fmla="*/ 20 w 164"/>
                  <a:gd name="T7" fmla="*/ 32 h 81"/>
                  <a:gd name="T8" fmla="*/ 56 w 164"/>
                  <a:gd name="T9" fmla="*/ 19 h 81"/>
                  <a:gd name="T10" fmla="*/ 56 w 164"/>
                  <a:gd name="T11" fmla="*/ 2 h 81"/>
                  <a:gd name="T12" fmla="*/ 68 w 164"/>
                  <a:gd name="T13" fmla="*/ 2 h 81"/>
                  <a:gd name="T14" fmla="*/ 68 w 164"/>
                  <a:gd name="T15" fmla="*/ 27 h 81"/>
                  <a:gd name="T16" fmla="*/ 24 w 164"/>
                  <a:gd name="T17" fmla="*/ 43 h 81"/>
                  <a:gd name="T18" fmla="*/ 12 w 164"/>
                  <a:gd name="T19" fmla="*/ 59 h 81"/>
                  <a:gd name="T20" fmla="*/ 12 w 164"/>
                  <a:gd name="T21" fmla="*/ 69 h 81"/>
                  <a:gd name="T22" fmla="*/ 152 w 164"/>
                  <a:gd name="T23" fmla="*/ 69 h 81"/>
                  <a:gd name="T24" fmla="*/ 152 w 164"/>
                  <a:gd name="T25" fmla="*/ 59 h 81"/>
                  <a:gd name="T26" fmla="*/ 140 w 164"/>
                  <a:gd name="T27" fmla="*/ 43 h 81"/>
                  <a:gd name="T28" fmla="*/ 96 w 164"/>
                  <a:gd name="T29" fmla="*/ 27 h 81"/>
                  <a:gd name="T30" fmla="*/ 96 w 164"/>
                  <a:gd name="T31" fmla="*/ 0 h 81"/>
                  <a:gd name="T32" fmla="*/ 108 w 164"/>
                  <a:gd name="T33" fmla="*/ 0 h 81"/>
                  <a:gd name="T34" fmla="*/ 108 w 164"/>
                  <a:gd name="T35" fmla="*/ 19 h 81"/>
                  <a:gd name="T36" fmla="*/ 144 w 164"/>
                  <a:gd name="T37" fmla="*/ 32 h 81"/>
                  <a:gd name="T38" fmla="*/ 164 w 164"/>
                  <a:gd name="T39" fmla="*/ 59 h 81"/>
                  <a:gd name="T40" fmla="*/ 164 w 164"/>
                  <a:gd name="T41"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4" h="81">
                    <a:moveTo>
                      <a:pt x="164" y="81"/>
                    </a:moveTo>
                    <a:cubicBezTo>
                      <a:pt x="0" y="81"/>
                      <a:pt x="0" y="81"/>
                      <a:pt x="0" y="81"/>
                    </a:cubicBezTo>
                    <a:cubicBezTo>
                      <a:pt x="0" y="59"/>
                      <a:pt x="0" y="59"/>
                      <a:pt x="0" y="59"/>
                    </a:cubicBezTo>
                    <a:cubicBezTo>
                      <a:pt x="0" y="46"/>
                      <a:pt x="8" y="36"/>
                      <a:pt x="20" y="32"/>
                    </a:cubicBezTo>
                    <a:cubicBezTo>
                      <a:pt x="56" y="19"/>
                      <a:pt x="56" y="19"/>
                      <a:pt x="56" y="19"/>
                    </a:cubicBezTo>
                    <a:cubicBezTo>
                      <a:pt x="56" y="2"/>
                      <a:pt x="56" y="2"/>
                      <a:pt x="56" y="2"/>
                    </a:cubicBezTo>
                    <a:cubicBezTo>
                      <a:pt x="68" y="2"/>
                      <a:pt x="68" y="2"/>
                      <a:pt x="68" y="2"/>
                    </a:cubicBezTo>
                    <a:cubicBezTo>
                      <a:pt x="68" y="27"/>
                      <a:pt x="68" y="27"/>
                      <a:pt x="68" y="27"/>
                    </a:cubicBezTo>
                    <a:cubicBezTo>
                      <a:pt x="24" y="43"/>
                      <a:pt x="24" y="43"/>
                      <a:pt x="24" y="43"/>
                    </a:cubicBezTo>
                    <a:cubicBezTo>
                      <a:pt x="16" y="46"/>
                      <a:pt x="12" y="52"/>
                      <a:pt x="12" y="59"/>
                    </a:cubicBezTo>
                    <a:cubicBezTo>
                      <a:pt x="12" y="69"/>
                      <a:pt x="12" y="69"/>
                      <a:pt x="12" y="69"/>
                    </a:cubicBezTo>
                    <a:cubicBezTo>
                      <a:pt x="152" y="69"/>
                      <a:pt x="152" y="69"/>
                      <a:pt x="152" y="69"/>
                    </a:cubicBezTo>
                    <a:cubicBezTo>
                      <a:pt x="152" y="59"/>
                      <a:pt x="152" y="59"/>
                      <a:pt x="152" y="59"/>
                    </a:cubicBezTo>
                    <a:cubicBezTo>
                      <a:pt x="152" y="52"/>
                      <a:pt x="147" y="46"/>
                      <a:pt x="140" y="43"/>
                    </a:cubicBezTo>
                    <a:cubicBezTo>
                      <a:pt x="96" y="27"/>
                      <a:pt x="96" y="27"/>
                      <a:pt x="96" y="27"/>
                    </a:cubicBezTo>
                    <a:cubicBezTo>
                      <a:pt x="96" y="0"/>
                      <a:pt x="96" y="0"/>
                      <a:pt x="96" y="0"/>
                    </a:cubicBezTo>
                    <a:cubicBezTo>
                      <a:pt x="108" y="0"/>
                      <a:pt x="108" y="0"/>
                      <a:pt x="108" y="0"/>
                    </a:cubicBezTo>
                    <a:cubicBezTo>
                      <a:pt x="108" y="19"/>
                      <a:pt x="108" y="19"/>
                      <a:pt x="108" y="19"/>
                    </a:cubicBezTo>
                    <a:cubicBezTo>
                      <a:pt x="144" y="32"/>
                      <a:pt x="144" y="32"/>
                      <a:pt x="144" y="32"/>
                    </a:cubicBezTo>
                    <a:cubicBezTo>
                      <a:pt x="156" y="36"/>
                      <a:pt x="164" y="47"/>
                      <a:pt x="164" y="59"/>
                    </a:cubicBezTo>
                    <a:lnTo>
                      <a:pt x="164" y="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3" name="图形"/>
              <p:cNvSpPr>
                <a:spLocks noEditPoints="1"/>
              </p:cNvSpPr>
              <p:nvPr>
                <p:custDataLst>
                  <p:tags r:id="rId27"/>
                </p:custDataLst>
              </p:nvPr>
            </p:nvSpPr>
            <p:spPr bwMode="auto">
              <a:xfrm>
                <a:off x="7799388" y="5019675"/>
                <a:ext cx="211138" cy="249237"/>
              </a:xfrm>
              <a:custGeom>
                <a:avLst/>
                <a:gdLst>
                  <a:gd name="T0" fmla="*/ 46 w 91"/>
                  <a:gd name="T1" fmla="*/ 107 h 107"/>
                  <a:gd name="T2" fmla="*/ 0 w 91"/>
                  <a:gd name="T3" fmla="*/ 53 h 107"/>
                  <a:gd name="T4" fmla="*/ 46 w 91"/>
                  <a:gd name="T5" fmla="*/ 0 h 107"/>
                  <a:gd name="T6" fmla="*/ 91 w 91"/>
                  <a:gd name="T7" fmla="*/ 53 h 107"/>
                  <a:gd name="T8" fmla="*/ 46 w 91"/>
                  <a:gd name="T9" fmla="*/ 107 h 107"/>
                  <a:gd name="T10" fmla="*/ 46 w 91"/>
                  <a:gd name="T11" fmla="*/ 12 h 107"/>
                  <a:gd name="T12" fmla="*/ 12 w 91"/>
                  <a:gd name="T13" fmla="*/ 53 h 107"/>
                  <a:gd name="T14" fmla="*/ 46 w 91"/>
                  <a:gd name="T15" fmla="*/ 95 h 107"/>
                  <a:gd name="T16" fmla="*/ 79 w 91"/>
                  <a:gd name="T17" fmla="*/ 53 h 107"/>
                  <a:gd name="T18" fmla="*/ 46 w 91"/>
                  <a:gd name="T19" fmla="*/ 1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107">
                    <a:moveTo>
                      <a:pt x="46" y="107"/>
                    </a:moveTo>
                    <a:cubicBezTo>
                      <a:pt x="20" y="107"/>
                      <a:pt x="0" y="83"/>
                      <a:pt x="0" y="53"/>
                    </a:cubicBezTo>
                    <a:cubicBezTo>
                      <a:pt x="0" y="24"/>
                      <a:pt x="20" y="0"/>
                      <a:pt x="46" y="0"/>
                    </a:cubicBezTo>
                    <a:cubicBezTo>
                      <a:pt x="71" y="0"/>
                      <a:pt x="91" y="24"/>
                      <a:pt x="91" y="53"/>
                    </a:cubicBezTo>
                    <a:cubicBezTo>
                      <a:pt x="91" y="83"/>
                      <a:pt x="71" y="107"/>
                      <a:pt x="46" y="107"/>
                    </a:cubicBezTo>
                    <a:close/>
                    <a:moveTo>
                      <a:pt x="46" y="12"/>
                    </a:moveTo>
                    <a:cubicBezTo>
                      <a:pt x="27" y="12"/>
                      <a:pt x="12" y="30"/>
                      <a:pt x="12" y="53"/>
                    </a:cubicBezTo>
                    <a:cubicBezTo>
                      <a:pt x="12" y="76"/>
                      <a:pt x="27" y="95"/>
                      <a:pt x="46" y="95"/>
                    </a:cubicBezTo>
                    <a:cubicBezTo>
                      <a:pt x="64" y="95"/>
                      <a:pt x="79" y="76"/>
                      <a:pt x="79" y="53"/>
                    </a:cubicBezTo>
                    <a:cubicBezTo>
                      <a:pt x="79" y="30"/>
                      <a:pt x="64" y="12"/>
                      <a:pt x="4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4" name="图形"/>
              <p:cNvSpPr/>
              <p:nvPr>
                <p:custDataLst>
                  <p:tags r:id="rId28"/>
                </p:custDataLst>
              </p:nvPr>
            </p:nvSpPr>
            <p:spPr bwMode="auto">
              <a:xfrm>
                <a:off x="7808913" y="5068888"/>
                <a:ext cx="190500" cy="80962"/>
              </a:xfrm>
              <a:custGeom>
                <a:avLst/>
                <a:gdLst>
                  <a:gd name="T0" fmla="*/ 71 w 82"/>
                  <a:gd name="T1" fmla="*/ 35 h 35"/>
                  <a:gd name="T2" fmla="*/ 47 w 82"/>
                  <a:gd name="T3" fmla="*/ 23 h 35"/>
                  <a:gd name="T4" fmla="*/ 18 w 82"/>
                  <a:gd name="T5" fmla="*/ 34 h 35"/>
                  <a:gd name="T6" fmla="*/ 0 w 82"/>
                  <a:gd name="T7" fmla="*/ 30 h 35"/>
                  <a:gd name="T8" fmla="*/ 5 w 82"/>
                  <a:gd name="T9" fmla="*/ 19 h 35"/>
                  <a:gd name="T10" fmla="*/ 18 w 82"/>
                  <a:gd name="T11" fmla="*/ 22 h 35"/>
                  <a:gd name="T12" fmla="*/ 42 w 82"/>
                  <a:gd name="T13" fmla="*/ 10 h 35"/>
                  <a:gd name="T14" fmla="*/ 48 w 82"/>
                  <a:gd name="T15" fmla="*/ 0 h 35"/>
                  <a:gd name="T16" fmla="*/ 53 w 82"/>
                  <a:gd name="T17" fmla="*/ 10 h 35"/>
                  <a:gd name="T18" fmla="*/ 76 w 82"/>
                  <a:gd name="T19" fmla="*/ 22 h 35"/>
                  <a:gd name="T20" fmla="*/ 79 w 82"/>
                  <a:gd name="T21" fmla="*/ 22 h 35"/>
                  <a:gd name="T22" fmla="*/ 81 w 82"/>
                  <a:gd name="T23" fmla="*/ 22 h 35"/>
                  <a:gd name="T24" fmla="*/ 82 w 82"/>
                  <a:gd name="T25" fmla="*/ 34 h 35"/>
                  <a:gd name="T26" fmla="*/ 80 w 82"/>
                  <a:gd name="T27" fmla="*/ 34 h 35"/>
                  <a:gd name="T28" fmla="*/ 79 w 82"/>
                  <a:gd name="T29" fmla="*/ 34 h 35"/>
                  <a:gd name="T30" fmla="*/ 71 w 82"/>
                  <a:gd name="T31"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2" h="35">
                    <a:moveTo>
                      <a:pt x="71" y="35"/>
                    </a:moveTo>
                    <a:cubicBezTo>
                      <a:pt x="61" y="35"/>
                      <a:pt x="54" y="31"/>
                      <a:pt x="47" y="23"/>
                    </a:cubicBezTo>
                    <a:cubicBezTo>
                      <a:pt x="40" y="30"/>
                      <a:pt x="28" y="34"/>
                      <a:pt x="18" y="34"/>
                    </a:cubicBezTo>
                    <a:cubicBezTo>
                      <a:pt x="11" y="34"/>
                      <a:pt x="5" y="33"/>
                      <a:pt x="0" y="30"/>
                    </a:cubicBezTo>
                    <a:cubicBezTo>
                      <a:pt x="5" y="19"/>
                      <a:pt x="5" y="19"/>
                      <a:pt x="5" y="19"/>
                    </a:cubicBezTo>
                    <a:cubicBezTo>
                      <a:pt x="9" y="21"/>
                      <a:pt x="13" y="22"/>
                      <a:pt x="18" y="22"/>
                    </a:cubicBezTo>
                    <a:cubicBezTo>
                      <a:pt x="27" y="22"/>
                      <a:pt x="39" y="17"/>
                      <a:pt x="42" y="10"/>
                    </a:cubicBezTo>
                    <a:cubicBezTo>
                      <a:pt x="48" y="0"/>
                      <a:pt x="48" y="0"/>
                      <a:pt x="48" y="0"/>
                    </a:cubicBezTo>
                    <a:cubicBezTo>
                      <a:pt x="53" y="10"/>
                      <a:pt x="53" y="10"/>
                      <a:pt x="53" y="10"/>
                    </a:cubicBezTo>
                    <a:cubicBezTo>
                      <a:pt x="59" y="21"/>
                      <a:pt x="66" y="25"/>
                      <a:pt x="76" y="22"/>
                    </a:cubicBezTo>
                    <a:cubicBezTo>
                      <a:pt x="77" y="22"/>
                      <a:pt x="78" y="22"/>
                      <a:pt x="79" y="22"/>
                    </a:cubicBezTo>
                    <a:cubicBezTo>
                      <a:pt x="80" y="22"/>
                      <a:pt x="80" y="22"/>
                      <a:pt x="81" y="22"/>
                    </a:cubicBezTo>
                    <a:cubicBezTo>
                      <a:pt x="82" y="34"/>
                      <a:pt x="82" y="34"/>
                      <a:pt x="82" y="34"/>
                    </a:cubicBezTo>
                    <a:cubicBezTo>
                      <a:pt x="81" y="34"/>
                      <a:pt x="81" y="34"/>
                      <a:pt x="80" y="34"/>
                    </a:cubicBezTo>
                    <a:cubicBezTo>
                      <a:pt x="80" y="34"/>
                      <a:pt x="79" y="34"/>
                      <a:pt x="79" y="34"/>
                    </a:cubicBezTo>
                    <a:cubicBezTo>
                      <a:pt x="76" y="35"/>
                      <a:pt x="73" y="35"/>
                      <a:pt x="71"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5" name="图形"/>
              <p:cNvSpPr/>
              <p:nvPr>
                <p:custDataLst>
                  <p:tags r:id="rId29"/>
                </p:custDataLst>
              </p:nvPr>
            </p:nvSpPr>
            <p:spPr bwMode="auto">
              <a:xfrm>
                <a:off x="7904163" y="4857750"/>
                <a:ext cx="382588" cy="350837"/>
              </a:xfrm>
              <a:custGeom>
                <a:avLst/>
                <a:gdLst>
                  <a:gd name="T0" fmla="*/ 117 w 241"/>
                  <a:gd name="T1" fmla="*/ 221 h 221"/>
                  <a:gd name="T2" fmla="*/ 117 w 241"/>
                  <a:gd name="T3" fmla="*/ 147 h 221"/>
                  <a:gd name="T4" fmla="*/ 97 w 241"/>
                  <a:gd name="T5" fmla="*/ 147 h 221"/>
                  <a:gd name="T6" fmla="*/ 97 w 241"/>
                  <a:gd name="T7" fmla="*/ 130 h 221"/>
                  <a:gd name="T8" fmla="*/ 135 w 241"/>
                  <a:gd name="T9" fmla="*/ 130 h 221"/>
                  <a:gd name="T10" fmla="*/ 135 w 241"/>
                  <a:gd name="T11" fmla="*/ 174 h 221"/>
                  <a:gd name="T12" fmla="*/ 175 w 241"/>
                  <a:gd name="T13" fmla="*/ 130 h 221"/>
                  <a:gd name="T14" fmla="*/ 223 w 241"/>
                  <a:gd name="T15" fmla="*/ 130 h 221"/>
                  <a:gd name="T16" fmla="*/ 223 w 241"/>
                  <a:gd name="T17" fmla="*/ 18 h 221"/>
                  <a:gd name="T18" fmla="*/ 17 w 241"/>
                  <a:gd name="T19" fmla="*/ 18 h 221"/>
                  <a:gd name="T20" fmla="*/ 17 w 241"/>
                  <a:gd name="T21" fmla="*/ 68 h 221"/>
                  <a:gd name="T22" fmla="*/ 0 w 241"/>
                  <a:gd name="T23" fmla="*/ 68 h 221"/>
                  <a:gd name="T24" fmla="*/ 0 w 241"/>
                  <a:gd name="T25" fmla="*/ 0 h 221"/>
                  <a:gd name="T26" fmla="*/ 241 w 241"/>
                  <a:gd name="T27" fmla="*/ 0 h 221"/>
                  <a:gd name="T28" fmla="*/ 241 w 241"/>
                  <a:gd name="T29" fmla="*/ 147 h 221"/>
                  <a:gd name="T30" fmla="*/ 183 w 241"/>
                  <a:gd name="T31" fmla="*/ 147 h 221"/>
                  <a:gd name="T32" fmla="*/ 117 w 241"/>
                  <a:gd name="T33"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1" h="221">
                    <a:moveTo>
                      <a:pt x="117" y="221"/>
                    </a:moveTo>
                    <a:lnTo>
                      <a:pt x="117" y="147"/>
                    </a:lnTo>
                    <a:lnTo>
                      <a:pt x="97" y="147"/>
                    </a:lnTo>
                    <a:lnTo>
                      <a:pt x="97" y="130"/>
                    </a:lnTo>
                    <a:lnTo>
                      <a:pt x="135" y="130"/>
                    </a:lnTo>
                    <a:lnTo>
                      <a:pt x="135" y="174"/>
                    </a:lnTo>
                    <a:lnTo>
                      <a:pt x="175" y="130"/>
                    </a:lnTo>
                    <a:lnTo>
                      <a:pt x="223" y="130"/>
                    </a:lnTo>
                    <a:lnTo>
                      <a:pt x="223" y="18"/>
                    </a:lnTo>
                    <a:lnTo>
                      <a:pt x="17" y="18"/>
                    </a:lnTo>
                    <a:lnTo>
                      <a:pt x="17" y="68"/>
                    </a:lnTo>
                    <a:lnTo>
                      <a:pt x="0" y="68"/>
                    </a:lnTo>
                    <a:lnTo>
                      <a:pt x="0" y="0"/>
                    </a:lnTo>
                    <a:lnTo>
                      <a:pt x="241" y="0"/>
                    </a:lnTo>
                    <a:lnTo>
                      <a:pt x="241" y="147"/>
                    </a:lnTo>
                    <a:lnTo>
                      <a:pt x="183" y="147"/>
                    </a:lnTo>
                    <a:lnTo>
                      <a:pt x="117" y="2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6" name="图形"/>
              <p:cNvSpPr/>
              <p:nvPr>
                <p:custDataLst>
                  <p:tags r:id="rId30"/>
                </p:custDataLst>
              </p:nvPr>
            </p:nvSpPr>
            <p:spPr bwMode="auto">
              <a:xfrm>
                <a:off x="8018463" y="4965700"/>
                <a:ext cx="25400" cy="25400"/>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0 h 16"/>
                </a:gdLst>
                <a:ahLst/>
                <a:cxnLst>
                  <a:cxn ang="0">
                    <a:pos x="T0" y="T1"/>
                  </a:cxn>
                  <a:cxn ang="0">
                    <a:pos x="T2" y="T3"/>
                  </a:cxn>
                  <a:cxn ang="0">
                    <a:pos x="T4" y="T5"/>
                  </a:cxn>
                  <a:cxn ang="0">
                    <a:pos x="T6" y="T7"/>
                  </a:cxn>
                  <a:cxn ang="0">
                    <a:pos x="T8" y="T9"/>
                  </a:cxn>
                  <a:cxn ang="0">
                    <a:pos x="T10" y="T11"/>
                  </a:cxn>
                </a:cxnLst>
                <a:rect l="0" t="0" r="r" b="b"/>
                <a:pathLst>
                  <a:path w="16" h="16">
                    <a:moveTo>
                      <a:pt x="16" y="0"/>
                    </a:moveTo>
                    <a:lnTo>
                      <a:pt x="0" y="0"/>
                    </a:lnTo>
                    <a:lnTo>
                      <a:pt x="0" y="16"/>
                    </a:lnTo>
                    <a:lnTo>
                      <a:pt x="16" y="16"/>
                    </a:lnTo>
                    <a:lnTo>
                      <a:pt x="16" y="0"/>
                    </a:lnTo>
                    <a:lnTo>
                      <a:pt x="1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7" name="图形"/>
              <p:cNvSpPr/>
              <p:nvPr>
                <p:custDataLst>
                  <p:tags r:id="rId31"/>
                </p:custDataLst>
              </p:nvPr>
            </p:nvSpPr>
            <p:spPr bwMode="auto">
              <a:xfrm>
                <a:off x="8094663" y="4965700"/>
                <a:ext cx="25400" cy="25400"/>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0 h 16"/>
                </a:gdLst>
                <a:ahLst/>
                <a:cxnLst>
                  <a:cxn ang="0">
                    <a:pos x="T0" y="T1"/>
                  </a:cxn>
                  <a:cxn ang="0">
                    <a:pos x="T2" y="T3"/>
                  </a:cxn>
                  <a:cxn ang="0">
                    <a:pos x="T4" y="T5"/>
                  </a:cxn>
                  <a:cxn ang="0">
                    <a:pos x="T6" y="T7"/>
                  </a:cxn>
                  <a:cxn ang="0">
                    <a:pos x="T8" y="T9"/>
                  </a:cxn>
                  <a:cxn ang="0">
                    <a:pos x="T10" y="T11"/>
                  </a:cxn>
                </a:cxnLst>
                <a:rect l="0" t="0" r="r" b="b"/>
                <a:pathLst>
                  <a:path w="16" h="16">
                    <a:moveTo>
                      <a:pt x="16" y="0"/>
                    </a:moveTo>
                    <a:lnTo>
                      <a:pt x="0" y="0"/>
                    </a:lnTo>
                    <a:lnTo>
                      <a:pt x="0" y="16"/>
                    </a:lnTo>
                    <a:lnTo>
                      <a:pt x="16" y="16"/>
                    </a:lnTo>
                    <a:lnTo>
                      <a:pt x="16" y="0"/>
                    </a:lnTo>
                    <a:lnTo>
                      <a:pt x="1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8" name="图形"/>
              <p:cNvSpPr/>
              <p:nvPr>
                <p:custDataLst>
                  <p:tags r:id="rId32"/>
                </p:custDataLst>
              </p:nvPr>
            </p:nvSpPr>
            <p:spPr bwMode="auto">
              <a:xfrm>
                <a:off x="8172450" y="4965700"/>
                <a:ext cx="25400" cy="25400"/>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0 h 16"/>
                </a:gdLst>
                <a:ahLst/>
                <a:cxnLst>
                  <a:cxn ang="0">
                    <a:pos x="T0" y="T1"/>
                  </a:cxn>
                  <a:cxn ang="0">
                    <a:pos x="T2" y="T3"/>
                  </a:cxn>
                  <a:cxn ang="0">
                    <a:pos x="T4" y="T5"/>
                  </a:cxn>
                  <a:cxn ang="0">
                    <a:pos x="T6" y="T7"/>
                  </a:cxn>
                  <a:cxn ang="0">
                    <a:pos x="T8" y="T9"/>
                  </a:cxn>
                  <a:cxn ang="0">
                    <a:pos x="T10" y="T11"/>
                  </a:cxn>
                </a:cxnLst>
                <a:rect l="0" t="0" r="r" b="b"/>
                <a:pathLst>
                  <a:path w="16" h="16">
                    <a:moveTo>
                      <a:pt x="16" y="0"/>
                    </a:moveTo>
                    <a:lnTo>
                      <a:pt x="0" y="0"/>
                    </a:lnTo>
                    <a:lnTo>
                      <a:pt x="0" y="16"/>
                    </a:lnTo>
                    <a:lnTo>
                      <a:pt x="16" y="16"/>
                    </a:lnTo>
                    <a:lnTo>
                      <a:pt x="16" y="0"/>
                    </a:lnTo>
                    <a:lnTo>
                      <a:pt x="1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nvGrpSpPr>
            <p:cNvPr id="282" name="Group 281"/>
            <p:cNvGrpSpPr/>
            <p:nvPr/>
          </p:nvGrpSpPr>
          <p:grpSpPr>
            <a:xfrm>
              <a:off x="3410" y="3247"/>
              <a:ext cx="729" cy="830"/>
              <a:chOff x="8196263" y="4981575"/>
              <a:chExt cx="796925" cy="908050"/>
            </a:xfrm>
            <a:solidFill>
              <a:schemeClr val="bg1"/>
            </a:solidFill>
          </p:grpSpPr>
          <p:sp>
            <p:nvSpPr>
              <p:cNvPr id="283" name="图形"/>
              <p:cNvSpPr>
                <a:spLocks noEditPoints="1"/>
              </p:cNvSpPr>
              <p:nvPr>
                <p:custDataLst>
                  <p:tags r:id="rId19"/>
                </p:custDataLst>
              </p:nvPr>
            </p:nvSpPr>
            <p:spPr bwMode="auto">
              <a:xfrm>
                <a:off x="8196263" y="4981575"/>
                <a:ext cx="796925" cy="908050"/>
              </a:xfrm>
              <a:custGeom>
                <a:avLst/>
                <a:gdLst>
                  <a:gd name="T0" fmla="*/ 666 w 907"/>
                  <a:gd name="T1" fmla="*/ 33 h 1034"/>
                  <a:gd name="T2" fmla="*/ 236 w 907"/>
                  <a:gd name="T3" fmla="*/ 68 h 1034"/>
                  <a:gd name="T4" fmla="*/ 77 w 907"/>
                  <a:gd name="T5" fmla="*/ 272 h 1034"/>
                  <a:gd name="T6" fmla="*/ 78 w 907"/>
                  <a:gd name="T7" fmla="*/ 399 h 1034"/>
                  <a:gd name="T8" fmla="*/ 81 w 907"/>
                  <a:gd name="T9" fmla="*/ 411 h 1034"/>
                  <a:gd name="T10" fmla="*/ 44 w 907"/>
                  <a:gd name="T11" fmla="*/ 468 h 1034"/>
                  <a:gd name="T12" fmla="*/ 16 w 907"/>
                  <a:gd name="T13" fmla="*/ 509 h 1034"/>
                  <a:gd name="T14" fmla="*/ 16 w 907"/>
                  <a:gd name="T15" fmla="*/ 510 h 1034"/>
                  <a:gd name="T16" fmla="*/ 42 w 907"/>
                  <a:gd name="T17" fmla="*/ 624 h 1034"/>
                  <a:gd name="T18" fmla="*/ 57 w 907"/>
                  <a:gd name="T19" fmla="*/ 677 h 1034"/>
                  <a:gd name="T20" fmla="*/ 86 w 907"/>
                  <a:gd name="T21" fmla="*/ 749 h 1034"/>
                  <a:gd name="T22" fmla="*/ 85 w 907"/>
                  <a:gd name="T23" fmla="*/ 800 h 1034"/>
                  <a:gd name="T24" fmla="*/ 195 w 907"/>
                  <a:gd name="T25" fmla="*/ 892 h 1034"/>
                  <a:gd name="T26" fmla="*/ 281 w 907"/>
                  <a:gd name="T27" fmla="*/ 958 h 1034"/>
                  <a:gd name="T28" fmla="*/ 713 w 907"/>
                  <a:gd name="T29" fmla="*/ 1034 h 1034"/>
                  <a:gd name="T30" fmla="*/ 791 w 907"/>
                  <a:gd name="T31" fmla="*/ 940 h 1034"/>
                  <a:gd name="T32" fmla="*/ 766 w 907"/>
                  <a:gd name="T33" fmla="*/ 735 h 1034"/>
                  <a:gd name="T34" fmla="*/ 896 w 907"/>
                  <a:gd name="T35" fmla="*/ 481 h 1034"/>
                  <a:gd name="T36" fmla="*/ 814 w 907"/>
                  <a:gd name="T37" fmla="*/ 136 h 1034"/>
                  <a:gd name="T38" fmla="*/ 723 w 907"/>
                  <a:gd name="T39" fmla="*/ 699 h 1034"/>
                  <a:gd name="T40" fmla="*/ 736 w 907"/>
                  <a:gd name="T41" fmla="*/ 949 h 1034"/>
                  <a:gd name="T42" fmla="*/ 713 w 907"/>
                  <a:gd name="T43" fmla="*/ 978 h 1034"/>
                  <a:gd name="T44" fmla="*/ 337 w 907"/>
                  <a:gd name="T45" fmla="*/ 955 h 1034"/>
                  <a:gd name="T46" fmla="*/ 300 w 907"/>
                  <a:gd name="T47" fmla="*/ 814 h 1034"/>
                  <a:gd name="T48" fmla="*/ 195 w 907"/>
                  <a:gd name="T49" fmla="*/ 837 h 1034"/>
                  <a:gd name="T50" fmla="*/ 116 w 907"/>
                  <a:gd name="T51" fmla="*/ 697 h 1034"/>
                  <a:gd name="T52" fmla="*/ 126 w 907"/>
                  <a:gd name="T53" fmla="*/ 655 h 1034"/>
                  <a:gd name="T54" fmla="*/ 99 w 907"/>
                  <a:gd name="T55" fmla="*/ 640 h 1034"/>
                  <a:gd name="T56" fmla="*/ 108 w 907"/>
                  <a:gd name="T57" fmla="*/ 598 h 1034"/>
                  <a:gd name="T58" fmla="*/ 75 w 907"/>
                  <a:gd name="T59" fmla="*/ 579 h 1034"/>
                  <a:gd name="T60" fmla="*/ 63 w 907"/>
                  <a:gd name="T61" fmla="*/ 539 h 1034"/>
                  <a:gd name="T62" fmla="*/ 128 w 907"/>
                  <a:gd name="T63" fmla="*/ 440 h 1034"/>
                  <a:gd name="T64" fmla="*/ 132 w 907"/>
                  <a:gd name="T65" fmla="*/ 387 h 1034"/>
                  <a:gd name="T66" fmla="*/ 131 w 907"/>
                  <a:gd name="T67" fmla="*/ 286 h 1034"/>
                  <a:gd name="T68" fmla="*/ 841 w 907"/>
                  <a:gd name="T69" fmla="*/ 47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05" h="1034">
                    <a:moveTo>
                      <a:pt x="814" y="136"/>
                    </a:moveTo>
                    <a:cubicBezTo>
                      <a:pt x="775" y="91"/>
                      <a:pt x="726" y="56"/>
                      <a:pt x="666" y="33"/>
                    </a:cubicBezTo>
                    <a:cubicBezTo>
                      <a:pt x="613" y="11"/>
                      <a:pt x="552" y="0"/>
                      <a:pt x="490" y="0"/>
                    </a:cubicBezTo>
                    <a:cubicBezTo>
                      <a:pt x="399" y="0"/>
                      <a:pt x="308" y="24"/>
                      <a:pt x="236" y="68"/>
                    </a:cubicBezTo>
                    <a:cubicBezTo>
                      <a:pt x="196" y="92"/>
                      <a:pt x="163" y="120"/>
                      <a:pt x="137" y="153"/>
                    </a:cubicBezTo>
                    <a:cubicBezTo>
                      <a:pt x="108" y="189"/>
                      <a:pt x="88" y="229"/>
                      <a:pt x="77" y="272"/>
                    </a:cubicBezTo>
                    <a:cubicBezTo>
                      <a:pt x="68" y="310"/>
                      <a:pt x="67" y="352"/>
                      <a:pt x="75" y="387"/>
                    </a:cubicBezTo>
                    <a:cubicBezTo>
                      <a:pt x="78" y="399"/>
                      <a:pt x="78" y="399"/>
                      <a:pt x="78" y="399"/>
                    </a:cubicBezTo>
                    <a:cubicBezTo>
                      <a:pt x="78" y="403"/>
                      <a:pt x="79" y="406"/>
                      <a:pt x="80" y="409"/>
                    </a:cubicBezTo>
                    <a:cubicBezTo>
                      <a:pt x="80" y="410"/>
                      <a:pt x="80" y="410"/>
                      <a:pt x="81" y="411"/>
                    </a:cubicBezTo>
                    <a:cubicBezTo>
                      <a:pt x="78" y="416"/>
                      <a:pt x="78" y="416"/>
                      <a:pt x="78" y="416"/>
                    </a:cubicBezTo>
                    <a:cubicBezTo>
                      <a:pt x="70" y="433"/>
                      <a:pt x="58" y="450"/>
                      <a:pt x="44" y="468"/>
                    </a:cubicBezTo>
                    <a:cubicBezTo>
                      <a:pt x="35" y="481"/>
                      <a:pt x="25" y="494"/>
                      <a:pt x="16" y="509"/>
                    </a:cubicBezTo>
                    <a:cubicBezTo>
                      <a:pt x="16" y="509"/>
                      <a:pt x="16" y="509"/>
                      <a:pt x="16" y="509"/>
                    </a:cubicBezTo>
                    <a:cubicBezTo>
                      <a:pt x="16" y="509"/>
                      <a:pt x="16" y="509"/>
                      <a:pt x="16" y="509"/>
                    </a:cubicBezTo>
                    <a:cubicBezTo>
                      <a:pt x="16" y="510"/>
                      <a:pt x="16" y="510"/>
                      <a:pt x="16" y="510"/>
                    </a:cubicBezTo>
                    <a:cubicBezTo>
                      <a:pt x="3" y="530"/>
                      <a:pt x="0" y="555"/>
                      <a:pt x="7" y="578"/>
                    </a:cubicBezTo>
                    <a:cubicBezTo>
                      <a:pt x="12" y="597"/>
                      <a:pt x="25" y="613"/>
                      <a:pt x="42" y="624"/>
                    </a:cubicBezTo>
                    <a:cubicBezTo>
                      <a:pt x="40" y="638"/>
                      <a:pt x="43" y="652"/>
                      <a:pt x="49" y="665"/>
                    </a:cubicBezTo>
                    <a:cubicBezTo>
                      <a:pt x="51" y="669"/>
                      <a:pt x="54" y="674"/>
                      <a:pt x="57" y="677"/>
                    </a:cubicBezTo>
                    <a:cubicBezTo>
                      <a:pt x="55" y="696"/>
                      <a:pt x="60" y="714"/>
                      <a:pt x="71" y="730"/>
                    </a:cubicBezTo>
                    <a:cubicBezTo>
                      <a:pt x="86" y="749"/>
                      <a:pt x="86" y="749"/>
                      <a:pt x="86" y="749"/>
                    </a:cubicBezTo>
                    <a:cubicBezTo>
                      <a:pt x="86" y="752"/>
                      <a:pt x="86" y="755"/>
                      <a:pt x="85" y="758"/>
                    </a:cubicBezTo>
                    <a:cubicBezTo>
                      <a:pt x="85" y="770"/>
                      <a:pt x="84" y="785"/>
                      <a:pt x="85" y="800"/>
                    </a:cubicBezTo>
                    <a:cubicBezTo>
                      <a:pt x="88" y="825"/>
                      <a:pt x="97" y="845"/>
                      <a:pt x="112" y="860"/>
                    </a:cubicBezTo>
                    <a:cubicBezTo>
                      <a:pt x="132" y="881"/>
                      <a:pt x="160" y="892"/>
                      <a:pt x="195" y="892"/>
                    </a:cubicBezTo>
                    <a:cubicBezTo>
                      <a:pt x="218" y="892"/>
                      <a:pt x="244" y="888"/>
                      <a:pt x="276" y="879"/>
                    </a:cubicBezTo>
                    <a:cubicBezTo>
                      <a:pt x="278" y="899"/>
                      <a:pt x="280" y="925"/>
                      <a:pt x="281" y="958"/>
                    </a:cubicBezTo>
                    <a:cubicBezTo>
                      <a:pt x="283" y="1000"/>
                      <a:pt x="318" y="1034"/>
                      <a:pt x="361" y="1034"/>
                    </a:cubicBezTo>
                    <a:cubicBezTo>
                      <a:pt x="713" y="1034"/>
                      <a:pt x="713" y="1034"/>
                      <a:pt x="713" y="1034"/>
                    </a:cubicBezTo>
                    <a:cubicBezTo>
                      <a:pt x="736" y="1034"/>
                      <a:pt x="759" y="1023"/>
                      <a:pt x="774" y="1005"/>
                    </a:cubicBezTo>
                    <a:cubicBezTo>
                      <a:pt x="789" y="987"/>
                      <a:pt x="795" y="963"/>
                      <a:pt x="791" y="940"/>
                    </a:cubicBezTo>
                    <a:cubicBezTo>
                      <a:pt x="759" y="759"/>
                      <a:pt x="759" y="759"/>
                      <a:pt x="759" y="759"/>
                    </a:cubicBezTo>
                    <a:cubicBezTo>
                      <a:pt x="758" y="751"/>
                      <a:pt x="760" y="742"/>
                      <a:pt x="766" y="735"/>
                    </a:cubicBezTo>
                    <a:cubicBezTo>
                      <a:pt x="792" y="704"/>
                      <a:pt x="821" y="668"/>
                      <a:pt x="845" y="625"/>
                    </a:cubicBezTo>
                    <a:cubicBezTo>
                      <a:pt x="872" y="578"/>
                      <a:pt x="888" y="531"/>
                      <a:pt x="896" y="481"/>
                    </a:cubicBezTo>
                    <a:cubicBezTo>
                      <a:pt x="907" y="410"/>
                      <a:pt x="905" y="344"/>
                      <a:pt x="890" y="285"/>
                    </a:cubicBezTo>
                    <a:cubicBezTo>
                      <a:pt x="876" y="228"/>
                      <a:pt x="850" y="178"/>
                      <a:pt x="814" y="136"/>
                    </a:cubicBezTo>
                    <a:close/>
                    <a:moveTo>
                      <a:pt x="841" y="473"/>
                    </a:moveTo>
                    <a:cubicBezTo>
                      <a:pt x="826" y="567"/>
                      <a:pt x="777" y="635"/>
                      <a:pt x="723" y="699"/>
                    </a:cubicBezTo>
                    <a:cubicBezTo>
                      <a:pt x="707" y="718"/>
                      <a:pt x="700" y="744"/>
                      <a:pt x="704" y="769"/>
                    </a:cubicBezTo>
                    <a:cubicBezTo>
                      <a:pt x="736" y="949"/>
                      <a:pt x="736" y="949"/>
                      <a:pt x="736" y="949"/>
                    </a:cubicBezTo>
                    <a:cubicBezTo>
                      <a:pt x="738" y="956"/>
                      <a:pt x="736" y="964"/>
                      <a:pt x="731" y="969"/>
                    </a:cubicBezTo>
                    <a:cubicBezTo>
                      <a:pt x="727" y="975"/>
                      <a:pt x="720" y="978"/>
                      <a:pt x="713" y="978"/>
                    </a:cubicBezTo>
                    <a:cubicBezTo>
                      <a:pt x="361" y="978"/>
                      <a:pt x="361" y="978"/>
                      <a:pt x="361" y="978"/>
                    </a:cubicBezTo>
                    <a:cubicBezTo>
                      <a:pt x="348" y="978"/>
                      <a:pt x="337" y="968"/>
                      <a:pt x="337" y="955"/>
                    </a:cubicBezTo>
                    <a:cubicBezTo>
                      <a:pt x="334" y="894"/>
                      <a:pt x="330" y="856"/>
                      <a:pt x="328" y="835"/>
                    </a:cubicBezTo>
                    <a:cubicBezTo>
                      <a:pt x="327" y="825"/>
                      <a:pt x="314" y="814"/>
                      <a:pt x="300" y="814"/>
                    </a:cubicBezTo>
                    <a:cubicBezTo>
                      <a:pt x="297" y="814"/>
                      <a:pt x="295" y="815"/>
                      <a:pt x="292" y="816"/>
                    </a:cubicBezTo>
                    <a:cubicBezTo>
                      <a:pt x="249" y="830"/>
                      <a:pt x="217" y="837"/>
                      <a:pt x="195" y="837"/>
                    </a:cubicBezTo>
                    <a:cubicBezTo>
                      <a:pt x="109" y="837"/>
                      <a:pt x="154" y="748"/>
                      <a:pt x="137" y="725"/>
                    </a:cubicBezTo>
                    <a:cubicBezTo>
                      <a:pt x="116" y="697"/>
                      <a:pt x="116" y="697"/>
                      <a:pt x="116" y="697"/>
                    </a:cubicBezTo>
                    <a:cubicBezTo>
                      <a:pt x="111" y="689"/>
                      <a:pt x="111" y="680"/>
                      <a:pt x="115" y="672"/>
                    </a:cubicBezTo>
                    <a:cubicBezTo>
                      <a:pt x="126" y="655"/>
                      <a:pt x="126" y="655"/>
                      <a:pt x="126" y="655"/>
                    </a:cubicBezTo>
                    <a:cubicBezTo>
                      <a:pt x="112" y="652"/>
                      <a:pt x="112" y="652"/>
                      <a:pt x="112" y="652"/>
                    </a:cubicBezTo>
                    <a:cubicBezTo>
                      <a:pt x="107" y="650"/>
                      <a:pt x="102" y="646"/>
                      <a:pt x="99" y="640"/>
                    </a:cubicBezTo>
                    <a:cubicBezTo>
                      <a:pt x="96" y="635"/>
                      <a:pt x="96" y="629"/>
                      <a:pt x="98" y="623"/>
                    </a:cubicBezTo>
                    <a:cubicBezTo>
                      <a:pt x="108" y="598"/>
                      <a:pt x="108" y="598"/>
                      <a:pt x="108" y="598"/>
                    </a:cubicBezTo>
                    <a:cubicBezTo>
                      <a:pt x="109" y="596"/>
                      <a:pt x="108" y="593"/>
                      <a:pt x="106" y="592"/>
                    </a:cubicBezTo>
                    <a:cubicBezTo>
                      <a:pt x="75" y="579"/>
                      <a:pt x="75" y="579"/>
                      <a:pt x="75" y="579"/>
                    </a:cubicBezTo>
                    <a:cubicBezTo>
                      <a:pt x="68" y="575"/>
                      <a:pt x="62" y="569"/>
                      <a:pt x="60" y="562"/>
                    </a:cubicBezTo>
                    <a:cubicBezTo>
                      <a:pt x="58" y="554"/>
                      <a:pt x="59" y="546"/>
                      <a:pt x="63" y="539"/>
                    </a:cubicBezTo>
                    <a:cubicBezTo>
                      <a:pt x="63" y="538"/>
                      <a:pt x="63" y="538"/>
                      <a:pt x="63" y="538"/>
                    </a:cubicBezTo>
                    <a:cubicBezTo>
                      <a:pt x="84" y="505"/>
                      <a:pt x="111" y="475"/>
                      <a:pt x="128" y="440"/>
                    </a:cubicBezTo>
                    <a:cubicBezTo>
                      <a:pt x="136" y="425"/>
                      <a:pt x="136" y="425"/>
                      <a:pt x="136" y="425"/>
                    </a:cubicBezTo>
                    <a:cubicBezTo>
                      <a:pt x="141" y="415"/>
                      <a:pt x="134" y="398"/>
                      <a:pt x="132" y="387"/>
                    </a:cubicBezTo>
                    <a:cubicBezTo>
                      <a:pt x="129" y="375"/>
                      <a:pt x="129" y="375"/>
                      <a:pt x="129" y="375"/>
                    </a:cubicBezTo>
                    <a:cubicBezTo>
                      <a:pt x="123" y="347"/>
                      <a:pt x="124" y="313"/>
                      <a:pt x="131" y="286"/>
                    </a:cubicBezTo>
                    <a:cubicBezTo>
                      <a:pt x="168" y="139"/>
                      <a:pt x="330" y="56"/>
                      <a:pt x="490" y="56"/>
                    </a:cubicBezTo>
                    <a:cubicBezTo>
                      <a:pt x="689" y="56"/>
                      <a:pt x="885" y="183"/>
                      <a:pt x="841" y="4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4" name="图形"/>
              <p:cNvSpPr>
                <a:spLocks noEditPoints="1"/>
              </p:cNvSpPr>
              <p:nvPr>
                <p:custDataLst>
                  <p:tags r:id="rId20"/>
                </p:custDataLst>
              </p:nvPr>
            </p:nvSpPr>
            <p:spPr bwMode="auto">
              <a:xfrm>
                <a:off x="8596313" y="5100638"/>
                <a:ext cx="296863" cy="295275"/>
              </a:xfrm>
              <a:custGeom>
                <a:avLst/>
                <a:gdLst>
                  <a:gd name="T0" fmla="*/ 192 w 337"/>
                  <a:gd name="T1" fmla="*/ 36 h 336"/>
                  <a:gd name="T2" fmla="*/ 234 w 337"/>
                  <a:gd name="T3" fmla="*/ 68 h 336"/>
                  <a:gd name="T4" fmla="*/ 253 w 337"/>
                  <a:gd name="T5" fmla="*/ 54 h 336"/>
                  <a:gd name="T6" fmla="*/ 279 w 337"/>
                  <a:gd name="T7" fmla="*/ 74 h 336"/>
                  <a:gd name="T8" fmla="*/ 268 w 337"/>
                  <a:gd name="T9" fmla="*/ 102 h 336"/>
                  <a:gd name="T10" fmla="*/ 301 w 337"/>
                  <a:gd name="T11" fmla="*/ 144 h 336"/>
                  <a:gd name="T12" fmla="*/ 313 w 337"/>
                  <a:gd name="T13" fmla="*/ 180 h 336"/>
                  <a:gd name="T14" fmla="*/ 286 w 337"/>
                  <a:gd name="T15" fmla="*/ 192 h 336"/>
                  <a:gd name="T16" fmla="*/ 279 w 337"/>
                  <a:gd name="T17" fmla="*/ 244 h 336"/>
                  <a:gd name="T18" fmla="*/ 262 w 337"/>
                  <a:gd name="T19" fmla="*/ 278 h 336"/>
                  <a:gd name="T20" fmla="*/ 245 w 337"/>
                  <a:gd name="T21" fmla="*/ 278 h 336"/>
                  <a:gd name="T22" fmla="*/ 192 w 337"/>
                  <a:gd name="T23" fmla="*/ 286 h 336"/>
                  <a:gd name="T24" fmla="*/ 180 w 337"/>
                  <a:gd name="T25" fmla="*/ 312 h 336"/>
                  <a:gd name="T26" fmla="*/ 144 w 337"/>
                  <a:gd name="T27" fmla="*/ 300 h 336"/>
                  <a:gd name="T28" fmla="*/ 102 w 337"/>
                  <a:gd name="T29" fmla="*/ 268 h 336"/>
                  <a:gd name="T30" fmla="*/ 84 w 337"/>
                  <a:gd name="T31" fmla="*/ 282 h 336"/>
                  <a:gd name="T32" fmla="*/ 58 w 337"/>
                  <a:gd name="T33" fmla="*/ 261 h 336"/>
                  <a:gd name="T34" fmla="*/ 69 w 337"/>
                  <a:gd name="T35" fmla="*/ 234 h 336"/>
                  <a:gd name="T36" fmla="*/ 36 w 337"/>
                  <a:gd name="T37" fmla="*/ 192 h 336"/>
                  <a:gd name="T38" fmla="*/ 24 w 337"/>
                  <a:gd name="T39" fmla="*/ 156 h 336"/>
                  <a:gd name="T40" fmla="*/ 51 w 337"/>
                  <a:gd name="T41" fmla="*/ 144 h 336"/>
                  <a:gd name="T42" fmla="*/ 58 w 337"/>
                  <a:gd name="T43" fmla="*/ 91 h 336"/>
                  <a:gd name="T44" fmla="*/ 75 w 337"/>
                  <a:gd name="T45" fmla="*/ 57 h 336"/>
                  <a:gd name="T46" fmla="*/ 92 w 337"/>
                  <a:gd name="T47" fmla="*/ 57 h 336"/>
                  <a:gd name="T48" fmla="*/ 144 w 337"/>
                  <a:gd name="T49" fmla="*/ 50 h 336"/>
                  <a:gd name="T50" fmla="*/ 156 w 337"/>
                  <a:gd name="T51" fmla="*/ 24 h 336"/>
                  <a:gd name="T52" fmla="*/ 180 w 337"/>
                  <a:gd name="T53" fmla="*/ 0 h 336"/>
                  <a:gd name="T54" fmla="*/ 121 w 337"/>
                  <a:gd name="T55" fmla="*/ 32 h 336"/>
                  <a:gd name="T56" fmla="*/ 84 w 337"/>
                  <a:gd name="T57" fmla="*/ 30 h 336"/>
                  <a:gd name="T58" fmla="*/ 41 w 337"/>
                  <a:gd name="T59" fmla="*/ 57 h 336"/>
                  <a:gd name="T60" fmla="*/ 39 w 337"/>
                  <a:gd name="T61" fmla="*/ 106 h 336"/>
                  <a:gd name="T62" fmla="*/ 0 w 337"/>
                  <a:gd name="T63" fmla="*/ 156 h 336"/>
                  <a:gd name="T64" fmla="*/ 33 w 337"/>
                  <a:gd name="T65" fmla="*/ 216 h 336"/>
                  <a:gd name="T66" fmla="*/ 31 w 337"/>
                  <a:gd name="T67" fmla="*/ 253 h 336"/>
                  <a:gd name="T68" fmla="*/ 58 w 337"/>
                  <a:gd name="T69" fmla="*/ 295 h 336"/>
                  <a:gd name="T70" fmla="*/ 106 w 337"/>
                  <a:gd name="T71" fmla="*/ 298 h 336"/>
                  <a:gd name="T72" fmla="*/ 156 w 337"/>
                  <a:gd name="T73" fmla="*/ 336 h 336"/>
                  <a:gd name="T74" fmla="*/ 216 w 337"/>
                  <a:gd name="T75" fmla="*/ 304 h 336"/>
                  <a:gd name="T76" fmla="*/ 253 w 337"/>
                  <a:gd name="T77" fmla="*/ 306 h 336"/>
                  <a:gd name="T78" fmla="*/ 296 w 337"/>
                  <a:gd name="T79" fmla="*/ 278 h 336"/>
                  <a:gd name="T80" fmla="*/ 298 w 337"/>
                  <a:gd name="T81" fmla="*/ 230 h 336"/>
                  <a:gd name="T82" fmla="*/ 337 w 337"/>
                  <a:gd name="T83" fmla="*/ 180 h 336"/>
                  <a:gd name="T84" fmla="*/ 304 w 337"/>
                  <a:gd name="T85" fmla="*/ 120 h 336"/>
                  <a:gd name="T86" fmla="*/ 306 w 337"/>
                  <a:gd name="T87" fmla="*/ 83 h 336"/>
                  <a:gd name="T88" fmla="*/ 279 w 337"/>
                  <a:gd name="T89" fmla="*/ 40 h 336"/>
                  <a:gd name="T90" fmla="*/ 231 w 337"/>
                  <a:gd name="T91" fmla="*/ 38 h 336"/>
                  <a:gd name="T92" fmla="*/ 180 w 337"/>
                  <a:gd name="T93"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7" h="336">
                    <a:moveTo>
                      <a:pt x="180" y="24"/>
                    </a:moveTo>
                    <a:cubicBezTo>
                      <a:pt x="187" y="24"/>
                      <a:pt x="192" y="29"/>
                      <a:pt x="192" y="36"/>
                    </a:cubicBezTo>
                    <a:cubicBezTo>
                      <a:pt x="192" y="50"/>
                      <a:pt x="192" y="50"/>
                      <a:pt x="192" y="50"/>
                    </a:cubicBezTo>
                    <a:cubicBezTo>
                      <a:pt x="208" y="53"/>
                      <a:pt x="222" y="60"/>
                      <a:pt x="234" y="68"/>
                    </a:cubicBezTo>
                    <a:cubicBezTo>
                      <a:pt x="245" y="57"/>
                      <a:pt x="245" y="57"/>
                      <a:pt x="245" y="57"/>
                    </a:cubicBezTo>
                    <a:cubicBezTo>
                      <a:pt x="247" y="55"/>
                      <a:pt x="250" y="54"/>
                      <a:pt x="253" y="54"/>
                    </a:cubicBezTo>
                    <a:cubicBezTo>
                      <a:pt x="256" y="54"/>
                      <a:pt x="260" y="55"/>
                      <a:pt x="262" y="57"/>
                    </a:cubicBezTo>
                    <a:cubicBezTo>
                      <a:pt x="279" y="74"/>
                      <a:pt x="279" y="74"/>
                      <a:pt x="279" y="74"/>
                    </a:cubicBezTo>
                    <a:cubicBezTo>
                      <a:pt x="284" y="79"/>
                      <a:pt x="284" y="87"/>
                      <a:pt x="279" y="91"/>
                    </a:cubicBezTo>
                    <a:cubicBezTo>
                      <a:pt x="268" y="102"/>
                      <a:pt x="268" y="102"/>
                      <a:pt x="268" y="102"/>
                    </a:cubicBezTo>
                    <a:cubicBezTo>
                      <a:pt x="277" y="114"/>
                      <a:pt x="283" y="129"/>
                      <a:pt x="286" y="144"/>
                    </a:cubicBezTo>
                    <a:cubicBezTo>
                      <a:pt x="301" y="144"/>
                      <a:pt x="301" y="144"/>
                      <a:pt x="301" y="144"/>
                    </a:cubicBezTo>
                    <a:cubicBezTo>
                      <a:pt x="307" y="144"/>
                      <a:pt x="313" y="149"/>
                      <a:pt x="313" y="156"/>
                    </a:cubicBezTo>
                    <a:cubicBezTo>
                      <a:pt x="313" y="180"/>
                      <a:pt x="313" y="180"/>
                      <a:pt x="313" y="180"/>
                    </a:cubicBezTo>
                    <a:cubicBezTo>
                      <a:pt x="313" y="187"/>
                      <a:pt x="307" y="192"/>
                      <a:pt x="301" y="192"/>
                    </a:cubicBezTo>
                    <a:cubicBezTo>
                      <a:pt x="286" y="192"/>
                      <a:pt x="286" y="192"/>
                      <a:pt x="286" y="192"/>
                    </a:cubicBezTo>
                    <a:cubicBezTo>
                      <a:pt x="283" y="207"/>
                      <a:pt x="277" y="221"/>
                      <a:pt x="268" y="234"/>
                    </a:cubicBezTo>
                    <a:cubicBezTo>
                      <a:pt x="279" y="244"/>
                      <a:pt x="279" y="244"/>
                      <a:pt x="279" y="244"/>
                    </a:cubicBezTo>
                    <a:cubicBezTo>
                      <a:pt x="284" y="249"/>
                      <a:pt x="284" y="257"/>
                      <a:pt x="279" y="261"/>
                    </a:cubicBezTo>
                    <a:cubicBezTo>
                      <a:pt x="262" y="278"/>
                      <a:pt x="262" y="278"/>
                      <a:pt x="262" y="278"/>
                    </a:cubicBezTo>
                    <a:cubicBezTo>
                      <a:pt x="260" y="281"/>
                      <a:pt x="256" y="282"/>
                      <a:pt x="253" y="282"/>
                    </a:cubicBezTo>
                    <a:cubicBezTo>
                      <a:pt x="250" y="282"/>
                      <a:pt x="247" y="281"/>
                      <a:pt x="245" y="278"/>
                    </a:cubicBezTo>
                    <a:cubicBezTo>
                      <a:pt x="234" y="268"/>
                      <a:pt x="234" y="268"/>
                      <a:pt x="234" y="268"/>
                    </a:cubicBezTo>
                    <a:cubicBezTo>
                      <a:pt x="222" y="276"/>
                      <a:pt x="208" y="282"/>
                      <a:pt x="192" y="286"/>
                    </a:cubicBezTo>
                    <a:cubicBezTo>
                      <a:pt x="192" y="300"/>
                      <a:pt x="192" y="300"/>
                      <a:pt x="192" y="300"/>
                    </a:cubicBezTo>
                    <a:cubicBezTo>
                      <a:pt x="192" y="307"/>
                      <a:pt x="187" y="312"/>
                      <a:pt x="180" y="312"/>
                    </a:cubicBezTo>
                    <a:cubicBezTo>
                      <a:pt x="156" y="312"/>
                      <a:pt x="156" y="312"/>
                      <a:pt x="156" y="312"/>
                    </a:cubicBezTo>
                    <a:cubicBezTo>
                      <a:pt x="150" y="312"/>
                      <a:pt x="144" y="307"/>
                      <a:pt x="144" y="300"/>
                    </a:cubicBezTo>
                    <a:cubicBezTo>
                      <a:pt x="144" y="286"/>
                      <a:pt x="144" y="286"/>
                      <a:pt x="144" y="286"/>
                    </a:cubicBezTo>
                    <a:cubicBezTo>
                      <a:pt x="129" y="282"/>
                      <a:pt x="115" y="276"/>
                      <a:pt x="102" y="268"/>
                    </a:cubicBezTo>
                    <a:cubicBezTo>
                      <a:pt x="92" y="278"/>
                      <a:pt x="92" y="278"/>
                      <a:pt x="92" y="278"/>
                    </a:cubicBezTo>
                    <a:cubicBezTo>
                      <a:pt x="90" y="281"/>
                      <a:pt x="87" y="282"/>
                      <a:pt x="84" y="282"/>
                    </a:cubicBezTo>
                    <a:cubicBezTo>
                      <a:pt x="80" y="282"/>
                      <a:pt x="77" y="281"/>
                      <a:pt x="75" y="278"/>
                    </a:cubicBezTo>
                    <a:cubicBezTo>
                      <a:pt x="58" y="261"/>
                      <a:pt x="58" y="261"/>
                      <a:pt x="58" y="261"/>
                    </a:cubicBezTo>
                    <a:cubicBezTo>
                      <a:pt x="53" y="257"/>
                      <a:pt x="53" y="249"/>
                      <a:pt x="58" y="244"/>
                    </a:cubicBezTo>
                    <a:cubicBezTo>
                      <a:pt x="69" y="234"/>
                      <a:pt x="69" y="234"/>
                      <a:pt x="69" y="234"/>
                    </a:cubicBezTo>
                    <a:cubicBezTo>
                      <a:pt x="60" y="221"/>
                      <a:pt x="54" y="207"/>
                      <a:pt x="51" y="192"/>
                    </a:cubicBezTo>
                    <a:cubicBezTo>
                      <a:pt x="36" y="192"/>
                      <a:pt x="36" y="192"/>
                      <a:pt x="36" y="192"/>
                    </a:cubicBezTo>
                    <a:cubicBezTo>
                      <a:pt x="30" y="192"/>
                      <a:pt x="24" y="187"/>
                      <a:pt x="24" y="180"/>
                    </a:cubicBezTo>
                    <a:cubicBezTo>
                      <a:pt x="24" y="156"/>
                      <a:pt x="24" y="156"/>
                      <a:pt x="24" y="156"/>
                    </a:cubicBezTo>
                    <a:cubicBezTo>
                      <a:pt x="24" y="149"/>
                      <a:pt x="30" y="144"/>
                      <a:pt x="36" y="144"/>
                    </a:cubicBezTo>
                    <a:cubicBezTo>
                      <a:pt x="51" y="144"/>
                      <a:pt x="51" y="144"/>
                      <a:pt x="51" y="144"/>
                    </a:cubicBezTo>
                    <a:cubicBezTo>
                      <a:pt x="54" y="129"/>
                      <a:pt x="60" y="114"/>
                      <a:pt x="69" y="102"/>
                    </a:cubicBezTo>
                    <a:cubicBezTo>
                      <a:pt x="58" y="91"/>
                      <a:pt x="58" y="91"/>
                      <a:pt x="58" y="91"/>
                    </a:cubicBezTo>
                    <a:cubicBezTo>
                      <a:pt x="53" y="87"/>
                      <a:pt x="53" y="79"/>
                      <a:pt x="58" y="74"/>
                    </a:cubicBezTo>
                    <a:cubicBezTo>
                      <a:pt x="75" y="57"/>
                      <a:pt x="75" y="57"/>
                      <a:pt x="75" y="57"/>
                    </a:cubicBezTo>
                    <a:cubicBezTo>
                      <a:pt x="77" y="55"/>
                      <a:pt x="80" y="54"/>
                      <a:pt x="84" y="54"/>
                    </a:cubicBezTo>
                    <a:cubicBezTo>
                      <a:pt x="87" y="54"/>
                      <a:pt x="90" y="55"/>
                      <a:pt x="92" y="57"/>
                    </a:cubicBezTo>
                    <a:cubicBezTo>
                      <a:pt x="102" y="68"/>
                      <a:pt x="102" y="68"/>
                      <a:pt x="102" y="68"/>
                    </a:cubicBezTo>
                    <a:cubicBezTo>
                      <a:pt x="115" y="60"/>
                      <a:pt x="129" y="53"/>
                      <a:pt x="144" y="50"/>
                    </a:cubicBezTo>
                    <a:cubicBezTo>
                      <a:pt x="144" y="36"/>
                      <a:pt x="144" y="36"/>
                      <a:pt x="144" y="36"/>
                    </a:cubicBezTo>
                    <a:cubicBezTo>
                      <a:pt x="144" y="29"/>
                      <a:pt x="150" y="24"/>
                      <a:pt x="156" y="24"/>
                    </a:cubicBezTo>
                    <a:cubicBezTo>
                      <a:pt x="180" y="24"/>
                      <a:pt x="180" y="24"/>
                      <a:pt x="180" y="24"/>
                    </a:cubicBezTo>
                    <a:moveTo>
                      <a:pt x="180" y="0"/>
                    </a:moveTo>
                    <a:cubicBezTo>
                      <a:pt x="156" y="0"/>
                      <a:pt x="156" y="0"/>
                      <a:pt x="156" y="0"/>
                    </a:cubicBezTo>
                    <a:cubicBezTo>
                      <a:pt x="138" y="0"/>
                      <a:pt x="123" y="14"/>
                      <a:pt x="121" y="32"/>
                    </a:cubicBezTo>
                    <a:cubicBezTo>
                      <a:pt x="116" y="34"/>
                      <a:pt x="111" y="36"/>
                      <a:pt x="106" y="38"/>
                    </a:cubicBezTo>
                    <a:cubicBezTo>
                      <a:pt x="100" y="33"/>
                      <a:pt x="92" y="30"/>
                      <a:pt x="84" y="30"/>
                    </a:cubicBezTo>
                    <a:cubicBezTo>
                      <a:pt x="74" y="30"/>
                      <a:pt x="65" y="34"/>
                      <a:pt x="58" y="40"/>
                    </a:cubicBezTo>
                    <a:cubicBezTo>
                      <a:pt x="41" y="57"/>
                      <a:pt x="41" y="57"/>
                      <a:pt x="41" y="57"/>
                    </a:cubicBezTo>
                    <a:cubicBezTo>
                      <a:pt x="34" y="64"/>
                      <a:pt x="31" y="73"/>
                      <a:pt x="31" y="83"/>
                    </a:cubicBezTo>
                    <a:cubicBezTo>
                      <a:pt x="31" y="91"/>
                      <a:pt x="33" y="99"/>
                      <a:pt x="39" y="106"/>
                    </a:cubicBezTo>
                    <a:cubicBezTo>
                      <a:pt x="36" y="110"/>
                      <a:pt x="34" y="115"/>
                      <a:pt x="33" y="120"/>
                    </a:cubicBezTo>
                    <a:cubicBezTo>
                      <a:pt x="15" y="122"/>
                      <a:pt x="0" y="137"/>
                      <a:pt x="0" y="156"/>
                    </a:cubicBezTo>
                    <a:cubicBezTo>
                      <a:pt x="0" y="180"/>
                      <a:pt x="0" y="180"/>
                      <a:pt x="0" y="180"/>
                    </a:cubicBezTo>
                    <a:cubicBezTo>
                      <a:pt x="0" y="199"/>
                      <a:pt x="15" y="214"/>
                      <a:pt x="33" y="216"/>
                    </a:cubicBezTo>
                    <a:cubicBezTo>
                      <a:pt x="34" y="221"/>
                      <a:pt x="36" y="225"/>
                      <a:pt x="39" y="230"/>
                    </a:cubicBezTo>
                    <a:cubicBezTo>
                      <a:pt x="33" y="236"/>
                      <a:pt x="31" y="244"/>
                      <a:pt x="31" y="253"/>
                    </a:cubicBezTo>
                    <a:cubicBezTo>
                      <a:pt x="31" y="262"/>
                      <a:pt x="34" y="271"/>
                      <a:pt x="41" y="278"/>
                    </a:cubicBezTo>
                    <a:cubicBezTo>
                      <a:pt x="58" y="295"/>
                      <a:pt x="58" y="295"/>
                      <a:pt x="58" y="295"/>
                    </a:cubicBezTo>
                    <a:cubicBezTo>
                      <a:pt x="65" y="302"/>
                      <a:pt x="74" y="306"/>
                      <a:pt x="84" y="306"/>
                    </a:cubicBezTo>
                    <a:cubicBezTo>
                      <a:pt x="92" y="306"/>
                      <a:pt x="100" y="303"/>
                      <a:pt x="106" y="298"/>
                    </a:cubicBezTo>
                    <a:cubicBezTo>
                      <a:pt x="111" y="300"/>
                      <a:pt x="116" y="302"/>
                      <a:pt x="121" y="304"/>
                    </a:cubicBezTo>
                    <a:cubicBezTo>
                      <a:pt x="123" y="322"/>
                      <a:pt x="138" y="336"/>
                      <a:pt x="156" y="336"/>
                    </a:cubicBezTo>
                    <a:cubicBezTo>
                      <a:pt x="180" y="336"/>
                      <a:pt x="180" y="336"/>
                      <a:pt x="180" y="336"/>
                    </a:cubicBezTo>
                    <a:cubicBezTo>
                      <a:pt x="199" y="336"/>
                      <a:pt x="214" y="322"/>
                      <a:pt x="216" y="304"/>
                    </a:cubicBezTo>
                    <a:cubicBezTo>
                      <a:pt x="221" y="302"/>
                      <a:pt x="226" y="300"/>
                      <a:pt x="231" y="298"/>
                    </a:cubicBezTo>
                    <a:cubicBezTo>
                      <a:pt x="237" y="303"/>
                      <a:pt x="245" y="306"/>
                      <a:pt x="253" y="306"/>
                    </a:cubicBezTo>
                    <a:cubicBezTo>
                      <a:pt x="263" y="306"/>
                      <a:pt x="272" y="302"/>
                      <a:pt x="279" y="295"/>
                    </a:cubicBezTo>
                    <a:cubicBezTo>
                      <a:pt x="296" y="278"/>
                      <a:pt x="296" y="278"/>
                      <a:pt x="296" y="278"/>
                    </a:cubicBezTo>
                    <a:cubicBezTo>
                      <a:pt x="303" y="271"/>
                      <a:pt x="306" y="262"/>
                      <a:pt x="306" y="253"/>
                    </a:cubicBezTo>
                    <a:cubicBezTo>
                      <a:pt x="306" y="244"/>
                      <a:pt x="304" y="236"/>
                      <a:pt x="298" y="230"/>
                    </a:cubicBezTo>
                    <a:cubicBezTo>
                      <a:pt x="301" y="225"/>
                      <a:pt x="303" y="221"/>
                      <a:pt x="304" y="216"/>
                    </a:cubicBezTo>
                    <a:cubicBezTo>
                      <a:pt x="322" y="214"/>
                      <a:pt x="337" y="199"/>
                      <a:pt x="337" y="180"/>
                    </a:cubicBezTo>
                    <a:cubicBezTo>
                      <a:pt x="337" y="156"/>
                      <a:pt x="337" y="156"/>
                      <a:pt x="337" y="156"/>
                    </a:cubicBezTo>
                    <a:cubicBezTo>
                      <a:pt x="337" y="137"/>
                      <a:pt x="322" y="122"/>
                      <a:pt x="304" y="120"/>
                    </a:cubicBezTo>
                    <a:cubicBezTo>
                      <a:pt x="303" y="115"/>
                      <a:pt x="301" y="110"/>
                      <a:pt x="298" y="106"/>
                    </a:cubicBezTo>
                    <a:cubicBezTo>
                      <a:pt x="304" y="99"/>
                      <a:pt x="306" y="91"/>
                      <a:pt x="306" y="83"/>
                    </a:cubicBezTo>
                    <a:cubicBezTo>
                      <a:pt x="306" y="73"/>
                      <a:pt x="303" y="64"/>
                      <a:pt x="296" y="57"/>
                    </a:cubicBezTo>
                    <a:cubicBezTo>
                      <a:pt x="279" y="40"/>
                      <a:pt x="279" y="40"/>
                      <a:pt x="279" y="40"/>
                    </a:cubicBezTo>
                    <a:cubicBezTo>
                      <a:pt x="272" y="34"/>
                      <a:pt x="263" y="30"/>
                      <a:pt x="253" y="30"/>
                    </a:cubicBezTo>
                    <a:cubicBezTo>
                      <a:pt x="245" y="30"/>
                      <a:pt x="237" y="33"/>
                      <a:pt x="231" y="38"/>
                    </a:cubicBezTo>
                    <a:cubicBezTo>
                      <a:pt x="226" y="36"/>
                      <a:pt x="221" y="34"/>
                      <a:pt x="216" y="32"/>
                    </a:cubicBezTo>
                    <a:cubicBezTo>
                      <a:pt x="214" y="14"/>
                      <a:pt x="199" y="0"/>
                      <a:pt x="18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5" name="图形"/>
              <p:cNvSpPr>
                <a:spLocks noEditPoints="1"/>
              </p:cNvSpPr>
              <p:nvPr>
                <p:custDataLst>
                  <p:tags r:id="rId21"/>
                </p:custDataLst>
              </p:nvPr>
            </p:nvSpPr>
            <p:spPr bwMode="auto">
              <a:xfrm>
                <a:off x="8675688" y="5180013"/>
                <a:ext cx="138113" cy="136525"/>
              </a:xfrm>
              <a:custGeom>
                <a:avLst/>
                <a:gdLst>
                  <a:gd name="T0" fmla="*/ 78 w 157"/>
                  <a:gd name="T1" fmla="*/ 156 h 156"/>
                  <a:gd name="T2" fmla="*/ 0 w 157"/>
                  <a:gd name="T3" fmla="*/ 78 h 156"/>
                  <a:gd name="T4" fmla="*/ 78 w 157"/>
                  <a:gd name="T5" fmla="*/ 0 h 156"/>
                  <a:gd name="T6" fmla="*/ 157 w 157"/>
                  <a:gd name="T7" fmla="*/ 78 h 156"/>
                  <a:gd name="T8" fmla="*/ 78 w 157"/>
                  <a:gd name="T9" fmla="*/ 156 h 156"/>
                  <a:gd name="T10" fmla="*/ 78 w 157"/>
                  <a:gd name="T11" fmla="*/ 12 h 156"/>
                  <a:gd name="T12" fmla="*/ 12 w 157"/>
                  <a:gd name="T13" fmla="*/ 78 h 156"/>
                  <a:gd name="T14" fmla="*/ 78 w 157"/>
                  <a:gd name="T15" fmla="*/ 144 h 156"/>
                  <a:gd name="T16" fmla="*/ 145 w 157"/>
                  <a:gd name="T17" fmla="*/ 78 h 156"/>
                  <a:gd name="T18" fmla="*/ 78 w 157"/>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156">
                    <a:moveTo>
                      <a:pt x="78" y="156"/>
                    </a:moveTo>
                    <a:cubicBezTo>
                      <a:pt x="35" y="156"/>
                      <a:pt x="0" y="121"/>
                      <a:pt x="0" y="78"/>
                    </a:cubicBezTo>
                    <a:cubicBezTo>
                      <a:pt x="0" y="35"/>
                      <a:pt x="35" y="0"/>
                      <a:pt x="78" y="0"/>
                    </a:cubicBezTo>
                    <a:cubicBezTo>
                      <a:pt x="122" y="0"/>
                      <a:pt x="157" y="35"/>
                      <a:pt x="157" y="78"/>
                    </a:cubicBezTo>
                    <a:cubicBezTo>
                      <a:pt x="157" y="121"/>
                      <a:pt x="122" y="156"/>
                      <a:pt x="78" y="156"/>
                    </a:cubicBezTo>
                    <a:close/>
                    <a:moveTo>
                      <a:pt x="78" y="12"/>
                    </a:moveTo>
                    <a:cubicBezTo>
                      <a:pt x="42" y="12"/>
                      <a:pt x="12" y="41"/>
                      <a:pt x="12" y="78"/>
                    </a:cubicBezTo>
                    <a:cubicBezTo>
                      <a:pt x="12" y="114"/>
                      <a:pt x="42" y="144"/>
                      <a:pt x="78" y="144"/>
                    </a:cubicBezTo>
                    <a:cubicBezTo>
                      <a:pt x="115" y="144"/>
                      <a:pt x="145" y="114"/>
                      <a:pt x="145" y="78"/>
                    </a:cubicBezTo>
                    <a:cubicBezTo>
                      <a:pt x="145" y="41"/>
                      <a:pt x="115" y="12"/>
                      <a:pt x="7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6" name="图形"/>
              <p:cNvSpPr>
                <a:spLocks noEditPoints="1"/>
              </p:cNvSpPr>
              <p:nvPr>
                <p:custDataLst>
                  <p:tags r:id="rId22"/>
                </p:custDataLst>
              </p:nvPr>
            </p:nvSpPr>
            <p:spPr bwMode="auto">
              <a:xfrm>
                <a:off x="8707438" y="5211763"/>
                <a:ext cx="74613" cy="73025"/>
              </a:xfrm>
              <a:custGeom>
                <a:avLst/>
                <a:gdLst>
                  <a:gd name="T0" fmla="*/ 42 w 85"/>
                  <a:gd name="T1" fmla="*/ 84 h 84"/>
                  <a:gd name="T2" fmla="*/ 0 w 85"/>
                  <a:gd name="T3" fmla="*/ 42 h 84"/>
                  <a:gd name="T4" fmla="*/ 42 w 85"/>
                  <a:gd name="T5" fmla="*/ 0 h 84"/>
                  <a:gd name="T6" fmla="*/ 85 w 85"/>
                  <a:gd name="T7" fmla="*/ 42 h 84"/>
                  <a:gd name="T8" fmla="*/ 42 w 85"/>
                  <a:gd name="T9" fmla="*/ 84 h 84"/>
                  <a:gd name="T10" fmla="*/ 42 w 85"/>
                  <a:gd name="T11" fmla="*/ 12 h 84"/>
                  <a:gd name="T12" fmla="*/ 12 w 85"/>
                  <a:gd name="T13" fmla="*/ 42 h 84"/>
                  <a:gd name="T14" fmla="*/ 42 w 85"/>
                  <a:gd name="T15" fmla="*/ 72 h 84"/>
                  <a:gd name="T16" fmla="*/ 73 w 85"/>
                  <a:gd name="T17" fmla="*/ 42 h 84"/>
                  <a:gd name="T18" fmla="*/ 42 w 85"/>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84">
                    <a:moveTo>
                      <a:pt x="42" y="84"/>
                    </a:moveTo>
                    <a:cubicBezTo>
                      <a:pt x="19" y="84"/>
                      <a:pt x="0" y="65"/>
                      <a:pt x="0" y="42"/>
                    </a:cubicBezTo>
                    <a:cubicBezTo>
                      <a:pt x="0" y="19"/>
                      <a:pt x="19" y="0"/>
                      <a:pt x="42" y="0"/>
                    </a:cubicBezTo>
                    <a:cubicBezTo>
                      <a:pt x="66" y="0"/>
                      <a:pt x="85" y="19"/>
                      <a:pt x="85" y="42"/>
                    </a:cubicBezTo>
                    <a:cubicBezTo>
                      <a:pt x="85" y="65"/>
                      <a:pt x="66" y="84"/>
                      <a:pt x="42" y="84"/>
                    </a:cubicBezTo>
                    <a:close/>
                    <a:moveTo>
                      <a:pt x="42" y="12"/>
                    </a:moveTo>
                    <a:cubicBezTo>
                      <a:pt x="26" y="12"/>
                      <a:pt x="12" y="25"/>
                      <a:pt x="12" y="42"/>
                    </a:cubicBezTo>
                    <a:cubicBezTo>
                      <a:pt x="12" y="58"/>
                      <a:pt x="26" y="72"/>
                      <a:pt x="42" y="72"/>
                    </a:cubicBezTo>
                    <a:cubicBezTo>
                      <a:pt x="59" y="72"/>
                      <a:pt x="73" y="58"/>
                      <a:pt x="73" y="42"/>
                    </a:cubicBezTo>
                    <a:cubicBezTo>
                      <a:pt x="73" y="25"/>
                      <a:pt x="59" y="12"/>
                      <a:pt x="42"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7" name="图形"/>
              <p:cNvSpPr>
                <a:spLocks noEditPoints="1"/>
              </p:cNvSpPr>
              <p:nvPr>
                <p:custDataLst>
                  <p:tags r:id="rId23"/>
                </p:custDataLst>
              </p:nvPr>
            </p:nvSpPr>
            <p:spPr bwMode="auto">
              <a:xfrm>
                <a:off x="8416926" y="5081588"/>
                <a:ext cx="187325" cy="187325"/>
              </a:xfrm>
              <a:custGeom>
                <a:avLst/>
                <a:gdLst>
                  <a:gd name="T0" fmla="*/ 121 w 213"/>
                  <a:gd name="T1" fmla="*/ 23 h 213"/>
                  <a:gd name="T2" fmla="*/ 148 w 213"/>
                  <a:gd name="T3" fmla="*/ 44 h 213"/>
                  <a:gd name="T4" fmla="*/ 160 w 213"/>
                  <a:gd name="T5" fmla="*/ 35 h 213"/>
                  <a:gd name="T6" fmla="*/ 176 w 213"/>
                  <a:gd name="T7" fmla="*/ 48 h 213"/>
                  <a:gd name="T8" fmla="*/ 170 w 213"/>
                  <a:gd name="T9" fmla="*/ 65 h 213"/>
                  <a:gd name="T10" fmla="*/ 190 w 213"/>
                  <a:gd name="T11" fmla="*/ 92 h 213"/>
                  <a:gd name="T12" fmla="*/ 198 w 213"/>
                  <a:gd name="T13" fmla="*/ 115 h 213"/>
                  <a:gd name="T14" fmla="*/ 181 w 213"/>
                  <a:gd name="T15" fmla="*/ 122 h 213"/>
                  <a:gd name="T16" fmla="*/ 176 w 213"/>
                  <a:gd name="T17" fmla="*/ 155 h 213"/>
                  <a:gd name="T18" fmla="*/ 165 w 213"/>
                  <a:gd name="T19" fmla="*/ 177 h 213"/>
                  <a:gd name="T20" fmla="*/ 155 w 213"/>
                  <a:gd name="T21" fmla="*/ 177 h 213"/>
                  <a:gd name="T22" fmla="*/ 121 w 213"/>
                  <a:gd name="T23" fmla="*/ 182 h 213"/>
                  <a:gd name="T24" fmla="*/ 114 w 213"/>
                  <a:gd name="T25" fmla="*/ 198 h 213"/>
                  <a:gd name="T26" fmla="*/ 91 w 213"/>
                  <a:gd name="T27" fmla="*/ 191 h 213"/>
                  <a:gd name="T28" fmla="*/ 64 w 213"/>
                  <a:gd name="T29" fmla="*/ 170 h 213"/>
                  <a:gd name="T30" fmla="*/ 52 w 213"/>
                  <a:gd name="T31" fmla="*/ 179 h 213"/>
                  <a:gd name="T32" fmla="*/ 36 w 213"/>
                  <a:gd name="T33" fmla="*/ 166 h 213"/>
                  <a:gd name="T34" fmla="*/ 43 w 213"/>
                  <a:gd name="T35" fmla="*/ 149 h 213"/>
                  <a:gd name="T36" fmla="*/ 22 w 213"/>
                  <a:gd name="T37" fmla="*/ 122 h 213"/>
                  <a:gd name="T38" fmla="*/ 15 w 213"/>
                  <a:gd name="T39" fmla="*/ 99 h 213"/>
                  <a:gd name="T40" fmla="*/ 32 w 213"/>
                  <a:gd name="T41" fmla="*/ 92 h 213"/>
                  <a:gd name="T42" fmla="*/ 36 w 213"/>
                  <a:gd name="T43" fmla="*/ 59 h 213"/>
                  <a:gd name="T44" fmla="*/ 47 w 213"/>
                  <a:gd name="T45" fmla="*/ 37 h 213"/>
                  <a:gd name="T46" fmla="*/ 58 w 213"/>
                  <a:gd name="T47" fmla="*/ 37 h 213"/>
                  <a:gd name="T48" fmla="*/ 91 w 213"/>
                  <a:gd name="T49" fmla="*/ 32 h 213"/>
                  <a:gd name="T50" fmla="*/ 99 w 213"/>
                  <a:gd name="T51" fmla="*/ 16 h 213"/>
                  <a:gd name="T52" fmla="*/ 114 w 213"/>
                  <a:gd name="T53" fmla="*/ 0 h 213"/>
                  <a:gd name="T54" fmla="*/ 76 w 213"/>
                  <a:gd name="T55" fmla="*/ 21 h 213"/>
                  <a:gd name="T56" fmla="*/ 52 w 213"/>
                  <a:gd name="T57" fmla="*/ 20 h 213"/>
                  <a:gd name="T58" fmla="*/ 25 w 213"/>
                  <a:gd name="T59" fmla="*/ 37 h 213"/>
                  <a:gd name="T60" fmla="*/ 24 w 213"/>
                  <a:gd name="T61" fmla="*/ 68 h 213"/>
                  <a:gd name="T62" fmla="*/ 0 w 213"/>
                  <a:gd name="T63" fmla="*/ 99 h 213"/>
                  <a:gd name="T64" fmla="*/ 20 w 213"/>
                  <a:gd name="T65" fmla="*/ 137 h 213"/>
                  <a:gd name="T66" fmla="*/ 19 w 213"/>
                  <a:gd name="T67" fmla="*/ 161 h 213"/>
                  <a:gd name="T68" fmla="*/ 36 w 213"/>
                  <a:gd name="T69" fmla="*/ 188 h 213"/>
                  <a:gd name="T70" fmla="*/ 67 w 213"/>
                  <a:gd name="T71" fmla="*/ 189 h 213"/>
                  <a:gd name="T72" fmla="*/ 99 w 213"/>
                  <a:gd name="T73" fmla="*/ 213 h 213"/>
                  <a:gd name="T74" fmla="*/ 137 w 213"/>
                  <a:gd name="T75" fmla="*/ 193 h 213"/>
                  <a:gd name="T76" fmla="*/ 160 w 213"/>
                  <a:gd name="T77" fmla="*/ 194 h 213"/>
                  <a:gd name="T78" fmla="*/ 187 w 213"/>
                  <a:gd name="T79" fmla="*/ 177 h 213"/>
                  <a:gd name="T80" fmla="*/ 188 w 213"/>
                  <a:gd name="T81" fmla="*/ 146 h 213"/>
                  <a:gd name="T82" fmla="*/ 213 w 213"/>
                  <a:gd name="T83" fmla="*/ 115 h 213"/>
                  <a:gd name="T84" fmla="*/ 192 w 213"/>
                  <a:gd name="T85" fmla="*/ 77 h 213"/>
                  <a:gd name="T86" fmla="*/ 194 w 213"/>
                  <a:gd name="T87" fmla="*/ 53 h 213"/>
                  <a:gd name="T88" fmla="*/ 176 w 213"/>
                  <a:gd name="T89" fmla="*/ 26 h 213"/>
                  <a:gd name="T90" fmla="*/ 146 w 213"/>
                  <a:gd name="T91" fmla="*/ 25 h 213"/>
                  <a:gd name="T92" fmla="*/ 114 w 213"/>
                  <a:gd name="T93"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 h="213">
                    <a:moveTo>
                      <a:pt x="114" y="16"/>
                    </a:moveTo>
                    <a:cubicBezTo>
                      <a:pt x="118" y="16"/>
                      <a:pt x="121" y="19"/>
                      <a:pt x="121" y="23"/>
                    </a:cubicBezTo>
                    <a:cubicBezTo>
                      <a:pt x="121" y="32"/>
                      <a:pt x="121" y="32"/>
                      <a:pt x="121" y="32"/>
                    </a:cubicBezTo>
                    <a:cubicBezTo>
                      <a:pt x="131" y="34"/>
                      <a:pt x="140" y="38"/>
                      <a:pt x="148" y="44"/>
                    </a:cubicBezTo>
                    <a:cubicBezTo>
                      <a:pt x="155" y="37"/>
                      <a:pt x="155" y="37"/>
                      <a:pt x="155" y="37"/>
                    </a:cubicBezTo>
                    <a:cubicBezTo>
                      <a:pt x="156" y="35"/>
                      <a:pt x="158" y="35"/>
                      <a:pt x="160" y="35"/>
                    </a:cubicBezTo>
                    <a:cubicBezTo>
                      <a:pt x="162" y="35"/>
                      <a:pt x="164" y="35"/>
                      <a:pt x="165" y="37"/>
                    </a:cubicBezTo>
                    <a:cubicBezTo>
                      <a:pt x="176" y="48"/>
                      <a:pt x="176" y="48"/>
                      <a:pt x="176" y="48"/>
                    </a:cubicBezTo>
                    <a:cubicBezTo>
                      <a:pt x="179" y="51"/>
                      <a:pt x="179" y="56"/>
                      <a:pt x="176" y="59"/>
                    </a:cubicBezTo>
                    <a:cubicBezTo>
                      <a:pt x="170" y="65"/>
                      <a:pt x="170" y="65"/>
                      <a:pt x="170" y="65"/>
                    </a:cubicBezTo>
                    <a:cubicBezTo>
                      <a:pt x="175" y="73"/>
                      <a:pt x="179" y="82"/>
                      <a:pt x="181" y="92"/>
                    </a:cubicBezTo>
                    <a:cubicBezTo>
                      <a:pt x="190" y="92"/>
                      <a:pt x="190" y="92"/>
                      <a:pt x="190" y="92"/>
                    </a:cubicBezTo>
                    <a:cubicBezTo>
                      <a:pt x="194" y="92"/>
                      <a:pt x="198" y="95"/>
                      <a:pt x="198" y="99"/>
                    </a:cubicBezTo>
                    <a:cubicBezTo>
                      <a:pt x="198" y="115"/>
                      <a:pt x="198" y="115"/>
                      <a:pt x="198" y="115"/>
                    </a:cubicBezTo>
                    <a:cubicBezTo>
                      <a:pt x="198" y="119"/>
                      <a:pt x="194" y="122"/>
                      <a:pt x="190" y="122"/>
                    </a:cubicBezTo>
                    <a:cubicBezTo>
                      <a:pt x="181" y="122"/>
                      <a:pt x="181" y="122"/>
                      <a:pt x="181" y="122"/>
                    </a:cubicBezTo>
                    <a:cubicBezTo>
                      <a:pt x="179" y="132"/>
                      <a:pt x="175" y="141"/>
                      <a:pt x="170" y="149"/>
                    </a:cubicBezTo>
                    <a:cubicBezTo>
                      <a:pt x="176" y="155"/>
                      <a:pt x="176" y="155"/>
                      <a:pt x="176" y="155"/>
                    </a:cubicBezTo>
                    <a:cubicBezTo>
                      <a:pt x="179" y="158"/>
                      <a:pt x="179" y="163"/>
                      <a:pt x="176" y="166"/>
                    </a:cubicBezTo>
                    <a:cubicBezTo>
                      <a:pt x="165" y="177"/>
                      <a:pt x="165" y="177"/>
                      <a:pt x="165" y="177"/>
                    </a:cubicBezTo>
                    <a:cubicBezTo>
                      <a:pt x="164" y="178"/>
                      <a:pt x="162" y="179"/>
                      <a:pt x="160" y="179"/>
                    </a:cubicBezTo>
                    <a:cubicBezTo>
                      <a:pt x="158" y="179"/>
                      <a:pt x="156" y="178"/>
                      <a:pt x="155" y="177"/>
                    </a:cubicBezTo>
                    <a:cubicBezTo>
                      <a:pt x="148" y="170"/>
                      <a:pt x="148" y="170"/>
                      <a:pt x="148" y="170"/>
                    </a:cubicBezTo>
                    <a:cubicBezTo>
                      <a:pt x="140" y="176"/>
                      <a:pt x="131" y="180"/>
                      <a:pt x="121" y="182"/>
                    </a:cubicBezTo>
                    <a:cubicBezTo>
                      <a:pt x="121" y="191"/>
                      <a:pt x="121" y="191"/>
                      <a:pt x="121" y="191"/>
                    </a:cubicBezTo>
                    <a:cubicBezTo>
                      <a:pt x="121" y="195"/>
                      <a:pt x="118" y="198"/>
                      <a:pt x="114" y="198"/>
                    </a:cubicBezTo>
                    <a:cubicBezTo>
                      <a:pt x="99" y="198"/>
                      <a:pt x="99" y="198"/>
                      <a:pt x="99" y="198"/>
                    </a:cubicBezTo>
                    <a:cubicBezTo>
                      <a:pt x="94" y="198"/>
                      <a:pt x="91" y="195"/>
                      <a:pt x="91" y="191"/>
                    </a:cubicBezTo>
                    <a:cubicBezTo>
                      <a:pt x="91" y="182"/>
                      <a:pt x="91" y="182"/>
                      <a:pt x="91" y="182"/>
                    </a:cubicBezTo>
                    <a:cubicBezTo>
                      <a:pt x="81" y="180"/>
                      <a:pt x="72" y="176"/>
                      <a:pt x="64" y="170"/>
                    </a:cubicBezTo>
                    <a:cubicBezTo>
                      <a:pt x="58" y="177"/>
                      <a:pt x="58" y="177"/>
                      <a:pt x="58" y="177"/>
                    </a:cubicBezTo>
                    <a:cubicBezTo>
                      <a:pt x="56" y="178"/>
                      <a:pt x="54" y="179"/>
                      <a:pt x="52" y="179"/>
                    </a:cubicBezTo>
                    <a:cubicBezTo>
                      <a:pt x="50" y="179"/>
                      <a:pt x="48" y="178"/>
                      <a:pt x="47" y="177"/>
                    </a:cubicBezTo>
                    <a:cubicBezTo>
                      <a:pt x="36" y="166"/>
                      <a:pt x="36" y="166"/>
                      <a:pt x="36" y="166"/>
                    </a:cubicBezTo>
                    <a:cubicBezTo>
                      <a:pt x="33" y="163"/>
                      <a:pt x="33" y="158"/>
                      <a:pt x="36" y="155"/>
                    </a:cubicBezTo>
                    <a:cubicBezTo>
                      <a:pt x="43" y="149"/>
                      <a:pt x="43" y="149"/>
                      <a:pt x="43" y="149"/>
                    </a:cubicBezTo>
                    <a:cubicBezTo>
                      <a:pt x="38" y="141"/>
                      <a:pt x="34" y="132"/>
                      <a:pt x="32" y="122"/>
                    </a:cubicBezTo>
                    <a:cubicBezTo>
                      <a:pt x="22" y="122"/>
                      <a:pt x="22" y="122"/>
                      <a:pt x="22" y="122"/>
                    </a:cubicBezTo>
                    <a:cubicBezTo>
                      <a:pt x="18" y="122"/>
                      <a:pt x="15" y="119"/>
                      <a:pt x="15" y="115"/>
                    </a:cubicBezTo>
                    <a:cubicBezTo>
                      <a:pt x="15" y="99"/>
                      <a:pt x="15" y="99"/>
                      <a:pt x="15" y="99"/>
                    </a:cubicBezTo>
                    <a:cubicBezTo>
                      <a:pt x="15" y="95"/>
                      <a:pt x="18" y="92"/>
                      <a:pt x="22" y="92"/>
                    </a:cubicBezTo>
                    <a:cubicBezTo>
                      <a:pt x="32" y="92"/>
                      <a:pt x="32" y="92"/>
                      <a:pt x="32" y="92"/>
                    </a:cubicBezTo>
                    <a:cubicBezTo>
                      <a:pt x="34" y="82"/>
                      <a:pt x="38" y="73"/>
                      <a:pt x="43" y="65"/>
                    </a:cubicBezTo>
                    <a:cubicBezTo>
                      <a:pt x="36" y="59"/>
                      <a:pt x="36" y="59"/>
                      <a:pt x="36" y="59"/>
                    </a:cubicBezTo>
                    <a:cubicBezTo>
                      <a:pt x="33" y="56"/>
                      <a:pt x="33" y="51"/>
                      <a:pt x="36" y="48"/>
                    </a:cubicBezTo>
                    <a:cubicBezTo>
                      <a:pt x="47" y="37"/>
                      <a:pt x="47" y="37"/>
                      <a:pt x="47" y="37"/>
                    </a:cubicBezTo>
                    <a:cubicBezTo>
                      <a:pt x="48" y="35"/>
                      <a:pt x="50" y="35"/>
                      <a:pt x="52" y="35"/>
                    </a:cubicBezTo>
                    <a:cubicBezTo>
                      <a:pt x="54" y="35"/>
                      <a:pt x="56" y="35"/>
                      <a:pt x="58" y="37"/>
                    </a:cubicBezTo>
                    <a:cubicBezTo>
                      <a:pt x="64" y="44"/>
                      <a:pt x="64" y="44"/>
                      <a:pt x="64" y="44"/>
                    </a:cubicBezTo>
                    <a:cubicBezTo>
                      <a:pt x="72" y="38"/>
                      <a:pt x="81" y="34"/>
                      <a:pt x="91" y="32"/>
                    </a:cubicBezTo>
                    <a:cubicBezTo>
                      <a:pt x="91" y="23"/>
                      <a:pt x="91" y="23"/>
                      <a:pt x="91" y="23"/>
                    </a:cubicBezTo>
                    <a:cubicBezTo>
                      <a:pt x="91" y="19"/>
                      <a:pt x="94" y="16"/>
                      <a:pt x="99" y="16"/>
                    </a:cubicBezTo>
                    <a:cubicBezTo>
                      <a:pt x="114" y="16"/>
                      <a:pt x="114" y="16"/>
                      <a:pt x="114" y="16"/>
                    </a:cubicBezTo>
                    <a:moveTo>
                      <a:pt x="114" y="0"/>
                    </a:moveTo>
                    <a:cubicBezTo>
                      <a:pt x="99" y="0"/>
                      <a:pt x="99" y="0"/>
                      <a:pt x="99" y="0"/>
                    </a:cubicBezTo>
                    <a:cubicBezTo>
                      <a:pt x="87" y="0"/>
                      <a:pt x="77" y="9"/>
                      <a:pt x="76" y="21"/>
                    </a:cubicBezTo>
                    <a:cubicBezTo>
                      <a:pt x="73" y="22"/>
                      <a:pt x="70" y="23"/>
                      <a:pt x="67" y="25"/>
                    </a:cubicBezTo>
                    <a:cubicBezTo>
                      <a:pt x="63" y="21"/>
                      <a:pt x="58" y="20"/>
                      <a:pt x="52" y="20"/>
                    </a:cubicBezTo>
                    <a:cubicBezTo>
                      <a:pt x="46" y="20"/>
                      <a:pt x="41" y="22"/>
                      <a:pt x="36" y="26"/>
                    </a:cubicBezTo>
                    <a:cubicBezTo>
                      <a:pt x="25" y="37"/>
                      <a:pt x="25" y="37"/>
                      <a:pt x="25" y="37"/>
                    </a:cubicBezTo>
                    <a:cubicBezTo>
                      <a:pt x="21" y="41"/>
                      <a:pt x="19" y="47"/>
                      <a:pt x="19" y="53"/>
                    </a:cubicBezTo>
                    <a:cubicBezTo>
                      <a:pt x="19" y="58"/>
                      <a:pt x="21" y="64"/>
                      <a:pt x="24" y="68"/>
                    </a:cubicBezTo>
                    <a:cubicBezTo>
                      <a:pt x="23" y="71"/>
                      <a:pt x="21" y="74"/>
                      <a:pt x="20" y="77"/>
                    </a:cubicBezTo>
                    <a:cubicBezTo>
                      <a:pt x="9" y="78"/>
                      <a:pt x="0" y="88"/>
                      <a:pt x="0" y="99"/>
                    </a:cubicBezTo>
                    <a:cubicBezTo>
                      <a:pt x="0" y="115"/>
                      <a:pt x="0" y="115"/>
                      <a:pt x="0" y="115"/>
                    </a:cubicBezTo>
                    <a:cubicBezTo>
                      <a:pt x="0" y="126"/>
                      <a:pt x="9" y="136"/>
                      <a:pt x="20" y="137"/>
                    </a:cubicBezTo>
                    <a:cubicBezTo>
                      <a:pt x="21" y="140"/>
                      <a:pt x="23" y="143"/>
                      <a:pt x="24" y="146"/>
                    </a:cubicBezTo>
                    <a:cubicBezTo>
                      <a:pt x="21" y="150"/>
                      <a:pt x="19" y="155"/>
                      <a:pt x="19" y="161"/>
                    </a:cubicBezTo>
                    <a:cubicBezTo>
                      <a:pt x="19" y="167"/>
                      <a:pt x="21" y="173"/>
                      <a:pt x="25" y="177"/>
                    </a:cubicBezTo>
                    <a:cubicBezTo>
                      <a:pt x="36" y="188"/>
                      <a:pt x="36" y="188"/>
                      <a:pt x="36" y="188"/>
                    </a:cubicBezTo>
                    <a:cubicBezTo>
                      <a:pt x="41" y="192"/>
                      <a:pt x="46" y="194"/>
                      <a:pt x="52" y="194"/>
                    </a:cubicBezTo>
                    <a:cubicBezTo>
                      <a:pt x="58" y="194"/>
                      <a:pt x="63" y="193"/>
                      <a:pt x="67" y="189"/>
                    </a:cubicBezTo>
                    <a:cubicBezTo>
                      <a:pt x="70" y="191"/>
                      <a:pt x="73" y="192"/>
                      <a:pt x="76" y="193"/>
                    </a:cubicBezTo>
                    <a:cubicBezTo>
                      <a:pt x="77" y="205"/>
                      <a:pt x="87" y="213"/>
                      <a:pt x="99" y="213"/>
                    </a:cubicBezTo>
                    <a:cubicBezTo>
                      <a:pt x="114" y="213"/>
                      <a:pt x="114" y="213"/>
                      <a:pt x="114" y="213"/>
                    </a:cubicBezTo>
                    <a:cubicBezTo>
                      <a:pt x="126" y="213"/>
                      <a:pt x="135" y="205"/>
                      <a:pt x="137" y="193"/>
                    </a:cubicBezTo>
                    <a:cubicBezTo>
                      <a:pt x="140" y="192"/>
                      <a:pt x="143" y="191"/>
                      <a:pt x="146" y="189"/>
                    </a:cubicBezTo>
                    <a:cubicBezTo>
                      <a:pt x="150" y="193"/>
                      <a:pt x="155" y="194"/>
                      <a:pt x="160" y="194"/>
                    </a:cubicBezTo>
                    <a:cubicBezTo>
                      <a:pt x="166" y="194"/>
                      <a:pt x="172" y="192"/>
                      <a:pt x="176" y="188"/>
                    </a:cubicBezTo>
                    <a:cubicBezTo>
                      <a:pt x="187" y="177"/>
                      <a:pt x="187" y="177"/>
                      <a:pt x="187" y="177"/>
                    </a:cubicBezTo>
                    <a:cubicBezTo>
                      <a:pt x="191" y="173"/>
                      <a:pt x="194" y="167"/>
                      <a:pt x="194" y="161"/>
                    </a:cubicBezTo>
                    <a:cubicBezTo>
                      <a:pt x="194" y="155"/>
                      <a:pt x="192" y="150"/>
                      <a:pt x="188" y="146"/>
                    </a:cubicBezTo>
                    <a:cubicBezTo>
                      <a:pt x="190" y="143"/>
                      <a:pt x="191" y="140"/>
                      <a:pt x="192" y="137"/>
                    </a:cubicBezTo>
                    <a:cubicBezTo>
                      <a:pt x="204" y="136"/>
                      <a:pt x="213" y="126"/>
                      <a:pt x="213" y="115"/>
                    </a:cubicBezTo>
                    <a:cubicBezTo>
                      <a:pt x="213" y="99"/>
                      <a:pt x="213" y="99"/>
                      <a:pt x="213" y="99"/>
                    </a:cubicBezTo>
                    <a:cubicBezTo>
                      <a:pt x="213" y="88"/>
                      <a:pt x="204" y="78"/>
                      <a:pt x="192" y="77"/>
                    </a:cubicBezTo>
                    <a:cubicBezTo>
                      <a:pt x="191" y="74"/>
                      <a:pt x="190" y="71"/>
                      <a:pt x="188" y="68"/>
                    </a:cubicBezTo>
                    <a:cubicBezTo>
                      <a:pt x="192" y="64"/>
                      <a:pt x="194" y="58"/>
                      <a:pt x="194" y="53"/>
                    </a:cubicBezTo>
                    <a:cubicBezTo>
                      <a:pt x="194" y="47"/>
                      <a:pt x="191" y="41"/>
                      <a:pt x="187" y="37"/>
                    </a:cubicBezTo>
                    <a:cubicBezTo>
                      <a:pt x="176" y="26"/>
                      <a:pt x="176" y="26"/>
                      <a:pt x="176" y="26"/>
                    </a:cubicBezTo>
                    <a:cubicBezTo>
                      <a:pt x="172" y="22"/>
                      <a:pt x="166" y="20"/>
                      <a:pt x="160" y="20"/>
                    </a:cubicBezTo>
                    <a:cubicBezTo>
                      <a:pt x="155" y="20"/>
                      <a:pt x="150" y="21"/>
                      <a:pt x="146" y="25"/>
                    </a:cubicBezTo>
                    <a:cubicBezTo>
                      <a:pt x="143" y="23"/>
                      <a:pt x="140" y="22"/>
                      <a:pt x="137" y="21"/>
                    </a:cubicBezTo>
                    <a:cubicBezTo>
                      <a:pt x="135" y="9"/>
                      <a:pt x="126" y="0"/>
                      <a:pt x="1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8" name="图形"/>
              <p:cNvSpPr>
                <a:spLocks noEditPoints="1"/>
              </p:cNvSpPr>
              <p:nvPr>
                <p:custDataLst>
                  <p:tags r:id="rId24"/>
                </p:custDataLst>
              </p:nvPr>
            </p:nvSpPr>
            <p:spPr bwMode="auto">
              <a:xfrm>
                <a:off x="8467726" y="5132388"/>
                <a:ext cx="87313" cy="85725"/>
              </a:xfrm>
              <a:custGeom>
                <a:avLst/>
                <a:gdLst>
                  <a:gd name="T0" fmla="*/ 49 w 99"/>
                  <a:gd name="T1" fmla="*/ 99 h 99"/>
                  <a:gd name="T2" fmla="*/ 0 w 99"/>
                  <a:gd name="T3" fmla="*/ 50 h 99"/>
                  <a:gd name="T4" fmla="*/ 49 w 99"/>
                  <a:gd name="T5" fmla="*/ 0 h 99"/>
                  <a:gd name="T6" fmla="*/ 99 w 99"/>
                  <a:gd name="T7" fmla="*/ 50 h 99"/>
                  <a:gd name="T8" fmla="*/ 49 w 99"/>
                  <a:gd name="T9" fmla="*/ 99 h 99"/>
                  <a:gd name="T10" fmla="*/ 49 w 99"/>
                  <a:gd name="T11" fmla="*/ 8 h 99"/>
                  <a:gd name="T12" fmla="*/ 7 w 99"/>
                  <a:gd name="T13" fmla="*/ 50 h 99"/>
                  <a:gd name="T14" fmla="*/ 49 w 99"/>
                  <a:gd name="T15" fmla="*/ 92 h 99"/>
                  <a:gd name="T16" fmla="*/ 91 w 99"/>
                  <a:gd name="T17" fmla="*/ 50 h 99"/>
                  <a:gd name="T18" fmla="*/ 49 w 99"/>
                  <a:gd name="T19" fmla="*/ 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99">
                    <a:moveTo>
                      <a:pt x="49" y="99"/>
                    </a:moveTo>
                    <a:cubicBezTo>
                      <a:pt x="22" y="99"/>
                      <a:pt x="0" y="77"/>
                      <a:pt x="0" y="50"/>
                    </a:cubicBezTo>
                    <a:cubicBezTo>
                      <a:pt x="0" y="23"/>
                      <a:pt x="22" y="0"/>
                      <a:pt x="49" y="0"/>
                    </a:cubicBezTo>
                    <a:cubicBezTo>
                      <a:pt x="76" y="0"/>
                      <a:pt x="99" y="23"/>
                      <a:pt x="99" y="50"/>
                    </a:cubicBezTo>
                    <a:cubicBezTo>
                      <a:pt x="99" y="77"/>
                      <a:pt x="76" y="99"/>
                      <a:pt x="49" y="99"/>
                    </a:cubicBezTo>
                    <a:close/>
                    <a:moveTo>
                      <a:pt x="49" y="8"/>
                    </a:moveTo>
                    <a:cubicBezTo>
                      <a:pt x="26" y="8"/>
                      <a:pt x="7" y="27"/>
                      <a:pt x="7" y="50"/>
                    </a:cubicBezTo>
                    <a:cubicBezTo>
                      <a:pt x="7" y="73"/>
                      <a:pt x="26" y="92"/>
                      <a:pt x="49" y="92"/>
                    </a:cubicBezTo>
                    <a:cubicBezTo>
                      <a:pt x="72" y="92"/>
                      <a:pt x="91" y="73"/>
                      <a:pt x="91" y="50"/>
                    </a:cubicBezTo>
                    <a:cubicBezTo>
                      <a:pt x="91" y="27"/>
                      <a:pt x="72" y="8"/>
                      <a:pt x="49"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9" name="图形"/>
              <p:cNvSpPr>
                <a:spLocks noEditPoints="1"/>
              </p:cNvSpPr>
              <p:nvPr>
                <p:custDataLst>
                  <p:tags r:id="rId25"/>
                </p:custDataLst>
              </p:nvPr>
            </p:nvSpPr>
            <p:spPr bwMode="auto">
              <a:xfrm>
                <a:off x="8488363" y="5151438"/>
                <a:ext cx="46038" cy="47625"/>
              </a:xfrm>
              <a:custGeom>
                <a:avLst/>
                <a:gdLst>
                  <a:gd name="T0" fmla="*/ 26 w 53"/>
                  <a:gd name="T1" fmla="*/ 54 h 54"/>
                  <a:gd name="T2" fmla="*/ 0 w 53"/>
                  <a:gd name="T3" fmla="*/ 27 h 54"/>
                  <a:gd name="T4" fmla="*/ 26 w 53"/>
                  <a:gd name="T5" fmla="*/ 0 h 54"/>
                  <a:gd name="T6" fmla="*/ 53 w 53"/>
                  <a:gd name="T7" fmla="*/ 27 h 54"/>
                  <a:gd name="T8" fmla="*/ 26 w 53"/>
                  <a:gd name="T9" fmla="*/ 54 h 54"/>
                  <a:gd name="T10" fmla="*/ 26 w 53"/>
                  <a:gd name="T11" fmla="*/ 8 h 54"/>
                  <a:gd name="T12" fmla="*/ 7 w 53"/>
                  <a:gd name="T13" fmla="*/ 27 h 54"/>
                  <a:gd name="T14" fmla="*/ 26 w 53"/>
                  <a:gd name="T15" fmla="*/ 46 h 54"/>
                  <a:gd name="T16" fmla="*/ 45 w 53"/>
                  <a:gd name="T17" fmla="*/ 27 h 54"/>
                  <a:gd name="T18" fmla="*/ 26 w 53"/>
                  <a:gd name="T19" fmla="*/ 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4">
                    <a:moveTo>
                      <a:pt x="26" y="54"/>
                    </a:moveTo>
                    <a:cubicBezTo>
                      <a:pt x="12" y="54"/>
                      <a:pt x="0" y="42"/>
                      <a:pt x="0" y="27"/>
                    </a:cubicBezTo>
                    <a:cubicBezTo>
                      <a:pt x="0" y="12"/>
                      <a:pt x="12" y="0"/>
                      <a:pt x="26" y="0"/>
                    </a:cubicBezTo>
                    <a:cubicBezTo>
                      <a:pt x="41" y="0"/>
                      <a:pt x="53" y="12"/>
                      <a:pt x="53" y="27"/>
                    </a:cubicBezTo>
                    <a:cubicBezTo>
                      <a:pt x="53" y="42"/>
                      <a:pt x="41" y="54"/>
                      <a:pt x="26" y="54"/>
                    </a:cubicBezTo>
                    <a:close/>
                    <a:moveTo>
                      <a:pt x="26" y="8"/>
                    </a:moveTo>
                    <a:cubicBezTo>
                      <a:pt x="16" y="8"/>
                      <a:pt x="7" y="16"/>
                      <a:pt x="7" y="27"/>
                    </a:cubicBezTo>
                    <a:cubicBezTo>
                      <a:pt x="7" y="37"/>
                      <a:pt x="16" y="46"/>
                      <a:pt x="26" y="46"/>
                    </a:cubicBezTo>
                    <a:cubicBezTo>
                      <a:pt x="37" y="46"/>
                      <a:pt x="45" y="37"/>
                      <a:pt x="45" y="27"/>
                    </a:cubicBezTo>
                    <a:cubicBezTo>
                      <a:pt x="45" y="16"/>
                      <a:pt x="37" y="8"/>
                      <a:pt x="2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346" name="图形"/>
            <p:cNvSpPr>
              <a:spLocks noEditPoints="1"/>
            </p:cNvSpPr>
            <p:nvPr>
              <p:custDataLst>
                <p:tags r:id="rId9"/>
              </p:custDataLst>
            </p:nvPr>
          </p:nvSpPr>
          <p:spPr bwMode="auto">
            <a:xfrm>
              <a:off x="4486" y="5412"/>
              <a:ext cx="880" cy="916"/>
            </a:xfrm>
            <a:custGeom>
              <a:avLst/>
              <a:gdLst>
                <a:gd name="T0" fmla="*/ 121 w 123"/>
                <a:gd name="T1" fmla="*/ 42 h 128"/>
                <a:gd name="T2" fmla="*/ 86 w 123"/>
                <a:gd name="T3" fmla="*/ 34 h 128"/>
                <a:gd name="T4" fmla="*/ 86 w 123"/>
                <a:gd name="T5" fmla="*/ 24 h 128"/>
                <a:gd name="T6" fmla="*/ 38 w 123"/>
                <a:gd name="T7" fmla="*/ 24 h 128"/>
                <a:gd name="T8" fmla="*/ 37 w 123"/>
                <a:gd name="T9" fmla="*/ 34 h 128"/>
                <a:gd name="T10" fmla="*/ 3 w 123"/>
                <a:gd name="T11" fmla="*/ 42 h 128"/>
                <a:gd name="T12" fmla="*/ 0 w 123"/>
                <a:gd name="T13" fmla="*/ 56 h 128"/>
                <a:gd name="T14" fmla="*/ 6 w 123"/>
                <a:gd name="T15" fmla="*/ 91 h 128"/>
                <a:gd name="T16" fmla="*/ 15 w 123"/>
                <a:gd name="T17" fmla="*/ 119 h 128"/>
                <a:gd name="T18" fmla="*/ 27 w 123"/>
                <a:gd name="T19" fmla="*/ 119 h 128"/>
                <a:gd name="T20" fmla="*/ 36 w 123"/>
                <a:gd name="T21" fmla="*/ 91 h 128"/>
                <a:gd name="T22" fmla="*/ 42 w 123"/>
                <a:gd name="T23" fmla="*/ 90 h 128"/>
                <a:gd name="T24" fmla="*/ 54 w 123"/>
                <a:gd name="T25" fmla="*/ 128 h 128"/>
                <a:gd name="T26" fmla="*/ 70 w 123"/>
                <a:gd name="T27" fmla="*/ 128 h 128"/>
                <a:gd name="T28" fmla="*/ 82 w 123"/>
                <a:gd name="T29" fmla="*/ 90 h 128"/>
                <a:gd name="T30" fmla="*/ 88 w 123"/>
                <a:gd name="T31" fmla="*/ 91 h 128"/>
                <a:gd name="T32" fmla="*/ 97 w 123"/>
                <a:gd name="T33" fmla="*/ 119 h 128"/>
                <a:gd name="T34" fmla="*/ 109 w 123"/>
                <a:gd name="T35" fmla="*/ 119 h 128"/>
                <a:gd name="T36" fmla="*/ 118 w 123"/>
                <a:gd name="T37" fmla="*/ 91 h 128"/>
                <a:gd name="T38" fmla="*/ 123 w 123"/>
                <a:gd name="T39" fmla="*/ 56 h 128"/>
                <a:gd name="T40" fmla="*/ 18 w 123"/>
                <a:gd name="T41" fmla="*/ 86 h 128"/>
                <a:gd name="T42" fmla="*/ 15 w 123"/>
                <a:gd name="T43" fmla="*/ 113 h 128"/>
                <a:gd name="T44" fmla="*/ 12 w 123"/>
                <a:gd name="T45" fmla="*/ 86 h 128"/>
                <a:gd name="T46" fmla="*/ 6 w 123"/>
                <a:gd name="T47" fmla="*/ 56 h 128"/>
                <a:gd name="T48" fmla="*/ 9 w 123"/>
                <a:gd name="T49" fmla="*/ 42 h 128"/>
                <a:gd name="T50" fmla="*/ 33 w 123"/>
                <a:gd name="T51" fmla="*/ 42 h 128"/>
                <a:gd name="T52" fmla="*/ 34 w 123"/>
                <a:gd name="T53" fmla="*/ 52 h 128"/>
                <a:gd name="T54" fmla="*/ 35 w 123"/>
                <a:gd name="T55" fmla="*/ 83 h 128"/>
                <a:gd name="T56" fmla="*/ 30 w 123"/>
                <a:gd name="T57" fmla="*/ 110 h 128"/>
                <a:gd name="T58" fmla="*/ 24 w 123"/>
                <a:gd name="T59" fmla="*/ 110 h 128"/>
                <a:gd name="T60" fmla="*/ 58 w 123"/>
                <a:gd name="T61" fmla="*/ 83 h 128"/>
                <a:gd name="T62" fmla="*/ 54 w 123"/>
                <a:gd name="T63" fmla="*/ 120 h 128"/>
                <a:gd name="T64" fmla="*/ 50 w 123"/>
                <a:gd name="T65" fmla="*/ 84 h 128"/>
                <a:gd name="T66" fmla="*/ 42 w 123"/>
                <a:gd name="T67" fmla="*/ 56 h 128"/>
                <a:gd name="T68" fmla="*/ 42 w 123"/>
                <a:gd name="T69" fmla="*/ 44 h 128"/>
                <a:gd name="T70" fmla="*/ 46 w 123"/>
                <a:gd name="T71" fmla="*/ 24 h 128"/>
                <a:gd name="T72" fmla="*/ 78 w 123"/>
                <a:gd name="T73" fmla="*/ 24 h 128"/>
                <a:gd name="T74" fmla="*/ 82 w 123"/>
                <a:gd name="T75" fmla="*/ 44 h 128"/>
                <a:gd name="T76" fmla="*/ 82 w 123"/>
                <a:gd name="T77" fmla="*/ 76 h 128"/>
                <a:gd name="T78" fmla="*/ 74 w 123"/>
                <a:gd name="T79" fmla="*/ 116 h 128"/>
                <a:gd name="T80" fmla="*/ 66 w 123"/>
                <a:gd name="T81" fmla="*/ 116 h 128"/>
                <a:gd name="T82" fmla="*/ 58 w 123"/>
                <a:gd name="T83" fmla="*/ 83 h 128"/>
                <a:gd name="T84" fmla="*/ 100 w 123"/>
                <a:gd name="T85" fmla="*/ 110 h 128"/>
                <a:gd name="T86" fmla="*/ 94 w 123"/>
                <a:gd name="T87" fmla="*/ 110 h 128"/>
                <a:gd name="T88" fmla="*/ 88 w 123"/>
                <a:gd name="T89" fmla="*/ 83 h 128"/>
                <a:gd name="T90" fmla="*/ 90 w 123"/>
                <a:gd name="T91" fmla="*/ 52 h 128"/>
                <a:gd name="T92" fmla="*/ 91 w 123"/>
                <a:gd name="T93" fmla="*/ 42 h 128"/>
                <a:gd name="T94" fmla="*/ 115 w 123"/>
                <a:gd name="T95" fmla="*/ 42 h 128"/>
                <a:gd name="T96" fmla="*/ 118 w 123"/>
                <a:gd name="T97" fmla="*/ 56 h 128"/>
                <a:gd name="T98" fmla="*/ 112 w 123"/>
                <a:gd name="T99" fmla="*/ 86 h 128"/>
                <a:gd name="T100" fmla="*/ 109 w 123"/>
                <a:gd name="T101" fmla="*/ 113 h 128"/>
                <a:gd name="T102" fmla="*/ 106 w 123"/>
                <a:gd name="T103" fmla="*/ 8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 h="128">
                  <a:moveTo>
                    <a:pt x="119" y="48"/>
                  </a:moveTo>
                  <a:cubicBezTo>
                    <a:pt x="120" y="46"/>
                    <a:pt x="121" y="44"/>
                    <a:pt x="121" y="42"/>
                  </a:cubicBezTo>
                  <a:cubicBezTo>
                    <a:pt x="121" y="32"/>
                    <a:pt x="112" y="24"/>
                    <a:pt x="103" y="24"/>
                  </a:cubicBezTo>
                  <a:cubicBezTo>
                    <a:pt x="95" y="24"/>
                    <a:pt x="89" y="28"/>
                    <a:pt x="86" y="34"/>
                  </a:cubicBezTo>
                  <a:cubicBezTo>
                    <a:pt x="86" y="33"/>
                    <a:pt x="85" y="32"/>
                    <a:pt x="84" y="32"/>
                  </a:cubicBezTo>
                  <a:cubicBezTo>
                    <a:pt x="85" y="29"/>
                    <a:pt x="86" y="26"/>
                    <a:pt x="86" y="24"/>
                  </a:cubicBezTo>
                  <a:cubicBezTo>
                    <a:pt x="86" y="10"/>
                    <a:pt x="75" y="0"/>
                    <a:pt x="62" y="0"/>
                  </a:cubicBezTo>
                  <a:cubicBezTo>
                    <a:pt x="49" y="0"/>
                    <a:pt x="38" y="10"/>
                    <a:pt x="38" y="24"/>
                  </a:cubicBezTo>
                  <a:cubicBezTo>
                    <a:pt x="38" y="26"/>
                    <a:pt x="38" y="29"/>
                    <a:pt x="39" y="32"/>
                  </a:cubicBezTo>
                  <a:cubicBezTo>
                    <a:pt x="38" y="32"/>
                    <a:pt x="38" y="33"/>
                    <a:pt x="37" y="34"/>
                  </a:cubicBezTo>
                  <a:cubicBezTo>
                    <a:pt x="34" y="28"/>
                    <a:pt x="28" y="24"/>
                    <a:pt x="21" y="24"/>
                  </a:cubicBezTo>
                  <a:cubicBezTo>
                    <a:pt x="11" y="24"/>
                    <a:pt x="3" y="32"/>
                    <a:pt x="3" y="42"/>
                  </a:cubicBezTo>
                  <a:cubicBezTo>
                    <a:pt x="3" y="44"/>
                    <a:pt x="3" y="46"/>
                    <a:pt x="4" y="48"/>
                  </a:cubicBezTo>
                  <a:cubicBezTo>
                    <a:pt x="2" y="50"/>
                    <a:pt x="0" y="53"/>
                    <a:pt x="0" y="56"/>
                  </a:cubicBezTo>
                  <a:cubicBezTo>
                    <a:pt x="0" y="80"/>
                    <a:pt x="0" y="80"/>
                    <a:pt x="0" y="80"/>
                  </a:cubicBezTo>
                  <a:cubicBezTo>
                    <a:pt x="0" y="85"/>
                    <a:pt x="2" y="89"/>
                    <a:pt x="6" y="91"/>
                  </a:cubicBezTo>
                  <a:cubicBezTo>
                    <a:pt x="6" y="110"/>
                    <a:pt x="6" y="110"/>
                    <a:pt x="6" y="110"/>
                  </a:cubicBezTo>
                  <a:cubicBezTo>
                    <a:pt x="6" y="115"/>
                    <a:pt x="10" y="119"/>
                    <a:pt x="15" y="119"/>
                  </a:cubicBezTo>
                  <a:cubicBezTo>
                    <a:pt x="17" y="119"/>
                    <a:pt x="19" y="118"/>
                    <a:pt x="21" y="117"/>
                  </a:cubicBezTo>
                  <a:cubicBezTo>
                    <a:pt x="22" y="118"/>
                    <a:pt x="25" y="119"/>
                    <a:pt x="27" y="119"/>
                  </a:cubicBezTo>
                  <a:cubicBezTo>
                    <a:pt x="32" y="119"/>
                    <a:pt x="36" y="115"/>
                    <a:pt x="36" y="110"/>
                  </a:cubicBezTo>
                  <a:cubicBezTo>
                    <a:pt x="36" y="91"/>
                    <a:pt x="36" y="91"/>
                    <a:pt x="36" y="91"/>
                  </a:cubicBezTo>
                  <a:cubicBezTo>
                    <a:pt x="37" y="90"/>
                    <a:pt x="38" y="89"/>
                    <a:pt x="39" y="88"/>
                  </a:cubicBezTo>
                  <a:cubicBezTo>
                    <a:pt x="40" y="88"/>
                    <a:pt x="41" y="89"/>
                    <a:pt x="42" y="90"/>
                  </a:cubicBezTo>
                  <a:cubicBezTo>
                    <a:pt x="42" y="116"/>
                    <a:pt x="42" y="116"/>
                    <a:pt x="42" y="116"/>
                  </a:cubicBezTo>
                  <a:cubicBezTo>
                    <a:pt x="42" y="122"/>
                    <a:pt x="47" y="128"/>
                    <a:pt x="54" y="128"/>
                  </a:cubicBezTo>
                  <a:cubicBezTo>
                    <a:pt x="57" y="128"/>
                    <a:pt x="60" y="127"/>
                    <a:pt x="62" y="125"/>
                  </a:cubicBezTo>
                  <a:cubicBezTo>
                    <a:pt x="64" y="127"/>
                    <a:pt x="67" y="128"/>
                    <a:pt x="70" y="128"/>
                  </a:cubicBezTo>
                  <a:cubicBezTo>
                    <a:pt x="76" y="128"/>
                    <a:pt x="82" y="122"/>
                    <a:pt x="82" y="116"/>
                  </a:cubicBezTo>
                  <a:cubicBezTo>
                    <a:pt x="82" y="90"/>
                    <a:pt x="82" y="90"/>
                    <a:pt x="82" y="90"/>
                  </a:cubicBezTo>
                  <a:cubicBezTo>
                    <a:pt x="83" y="89"/>
                    <a:pt x="84" y="88"/>
                    <a:pt x="84" y="88"/>
                  </a:cubicBezTo>
                  <a:cubicBezTo>
                    <a:pt x="85" y="89"/>
                    <a:pt x="86" y="90"/>
                    <a:pt x="88" y="91"/>
                  </a:cubicBezTo>
                  <a:cubicBezTo>
                    <a:pt x="88" y="110"/>
                    <a:pt x="88" y="110"/>
                    <a:pt x="88" y="110"/>
                  </a:cubicBezTo>
                  <a:cubicBezTo>
                    <a:pt x="88" y="115"/>
                    <a:pt x="92" y="119"/>
                    <a:pt x="97" y="119"/>
                  </a:cubicBezTo>
                  <a:cubicBezTo>
                    <a:pt x="99" y="119"/>
                    <a:pt x="101" y="118"/>
                    <a:pt x="103" y="117"/>
                  </a:cubicBezTo>
                  <a:cubicBezTo>
                    <a:pt x="104" y="118"/>
                    <a:pt x="106" y="119"/>
                    <a:pt x="109" y="119"/>
                  </a:cubicBezTo>
                  <a:cubicBezTo>
                    <a:pt x="114" y="119"/>
                    <a:pt x="118" y="115"/>
                    <a:pt x="118" y="110"/>
                  </a:cubicBezTo>
                  <a:cubicBezTo>
                    <a:pt x="118" y="91"/>
                    <a:pt x="118" y="91"/>
                    <a:pt x="118" y="91"/>
                  </a:cubicBezTo>
                  <a:cubicBezTo>
                    <a:pt x="121" y="89"/>
                    <a:pt x="123" y="85"/>
                    <a:pt x="123" y="80"/>
                  </a:cubicBezTo>
                  <a:cubicBezTo>
                    <a:pt x="123" y="56"/>
                    <a:pt x="123" y="56"/>
                    <a:pt x="123" y="56"/>
                  </a:cubicBezTo>
                  <a:cubicBezTo>
                    <a:pt x="123" y="53"/>
                    <a:pt x="122" y="50"/>
                    <a:pt x="119" y="48"/>
                  </a:cubicBezTo>
                  <a:close/>
                  <a:moveTo>
                    <a:pt x="18" y="86"/>
                  </a:moveTo>
                  <a:cubicBezTo>
                    <a:pt x="18" y="110"/>
                    <a:pt x="18" y="110"/>
                    <a:pt x="18" y="110"/>
                  </a:cubicBezTo>
                  <a:cubicBezTo>
                    <a:pt x="18" y="112"/>
                    <a:pt x="17" y="113"/>
                    <a:pt x="15" y="113"/>
                  </a:cubicBezTo>
                  <a:cubicBezTo>
                    <a:pt x="13" y="113"/>
                    <a:pt x="12" y="112"/>
                    <a:pt x="12" y="110"/>
                  </a:cubicBezTo>
                  <a:cubicBezTo>
                    <a:pt x="12" y="86"/>
                    <a:pt x="12" y="86"/>
                    <a:pt x="12" y="86"/>
                  </a:cubicBezTo>
                  <a:cubicBezTo>
                    <a:pt x="9" y="86"/>
                    <a:pt x="6" y="84"/>
                    <a:pt x="6" y="80"/>
                  </a:cubicBezTo>
                  <a:cubicBezTo>
                    <a:pt x="6" y="56"/>
                    <a:pt x="6" y="56"/>
                    <a:pt x="6" y="56"/>
                  </a:cubicBezTo>
                  <a:cubicBezTo>
                    <a:pt x="6" y="53"/>
                    <a:pt x="9" y="51"/>
                    <a:pt x="12" y="51"/>
                  </a:cubicBezTo>
                  <a:cubicBezTo>
                    <a:pt x="12" y="51"/>
                    <a:pt x="9" y="48"/>
                    <a:pt x="9" y="42"/>
                  </a:cubicBezTo>
                  <a:cubicBezTo>
                    <a:pt x="9" y="35"/>
                    <a:pt x="14" y="30"/>
                    <a:pt x="21" y="30"/>
                  </a:cubicBezTo>
                  <a:cubicBezTo>
                    <a:pt x="27" y="30"/>
                    <a:pt x="33" y="35"/>
                    <a:pt x="33" y="42"/>
                  </a:cubicBezTo>
                  <a:cubicBezTo>
                    <a:pt x="33" y="48"/>
                    <a:pt x="30" y="51"/>
                    <a:pt x="30" y="51"/>
                  </a:cubicBezTo>
                  <a:cubicBezTo>
                    <a:pt x="31" y="51"/>
                    <a:pt x="33" y="51"/>
                    <a:pt x="34" y="52"/>
                  </a:cubicBezTo>
                  <a:cubicBezTo>
                    <a:pt x="34" y="76"/>
                    <a:pt x="34" y="76"/>
                    <a:pt x="34" y="76"/>
                  </a:cubicBezTo>
                  <a:cubicBezTo>
                    <a:pt x="34" y="78"/>
                    <a:pt x="34" y="80"/>
                    <a:pt x="35" y="83"/>
                  </a:cubicBezTo>
                  <a:cubicBezTo>
                    <a:pt x="34" y="85"/>
                    <a:pt x="32" y="86"/>
                    <a:pt x="30" y="86"/>
                  </a:cubicBezTo>
                  <a:cubicBezTo>
                    <a:pt x="30" y="110"/>
                    <a:pt x="30" y="110"/>
                    <a:pt x="30" y="110"/>
                  </a:cubicBezTo>
                  <a:cubicBezTo>
                    <a:pt x="30" y="112"/>
                    <a:pt x="28" y="113"/>
                    <a:pt x="27" y="113"/>
                  </a:cubicBezTo>
                  <a:cubicBezTo>
                    <a:pt x="25" y="113"/>
                    <a:pt x="24" y="112"/>
                    <a:pt x="24" y="110"/>
                  </a:cubicBezTo>
                  <a:cubicBezTo>
                    <a:pt x="24" y="86"/>
                    <a:pt x="24" y="86"/>
                    <a:pt x="24" y="86"/>
                  </a:cubicBezTo>
                  <a:moveTo>
                    <a:pt x="58" y="83"/>
                  </a:moveTo>
                  <a:cubicBezTo>
                    <a:pt x="58" y="116"/>
                    <a:pt x="58" y="116"/>
                    <a:pt x="58" y="116"/>
                  </a:cubicBezTo>
                  <a:cubicBezTo>
                    <a:pt x="58" y="118"/>
                    <a:pt x="56" y="120"/>
                    <a:pt x="54" y="120"/>
                  </a:cubicBezTo>
                  <a:cubicBezTo>
                    <a:pt x="52" y="120"/>
                    <a:pt x="50" y="118"/>
                    <a:pt x="50" y="116"/>
                  </a:cubicBezTo>
                  <a:cubicBezTo>
                    <a:pt x="50" y="84"/>
                    <a:pt x="50" y="84"/>
                    <a:pt x="50" y="84"/>
                  </a:cubicBezTo>
                  <a:cubicBezTo>
                    <a:pt x="45" y="84"/>
                    <a:pt x="42" y="80"/>
                    <a:pt x="42" y="76"/>
                  </a:cubicBezTo>
                  <a:cubicBezTo>
                    <a:pt x="42" y="56"/>
                    <a:pt x="42" y="56"/>
                    <a:pt x="42" y="56"/>
                  </a:cubicBezTo>
                  <a:cubicBezTo>
                    <a:pt x="42" y="56"/>
                    <a:pt x="42" y="56"/>
                    <a:pt x="42" y="56"/>
                  </a:cubicBezTo>
                  <a:cubicBezTo>
                    <a:pt x="42" y="44"/>
                    <a:pt x="42" y="44"/>
                    <a:pt x="42" y="44"/>
                  </a:cubicBezTo>
                  <a:cubicBezTo>
                    <a:pt x="42" y="39"/>
                    <a:pt x="45" y="36"/>
                    <a:pt x="50" y="36"/>
                  </a:cubicBezTo>
                  <a:cubicBezTo>
                    <a:pt x="50" y="36"/>
                    <a:pt x="46" y="33"/>
                    <a:pt x="46" y="24"/>
                  </a:cubicBezTo>
                  <a:cubicBezTo>
                    <a:pt x="46" y="15"/>
                    <a:pt x="53" y="8"/>
                    <a:pt x="62" y="8"/>
                  </a:cubicBezTo>
                  <a:cubicBezTo>
                    <a:pt x="71" y="8"/>
                    <a:pt x="78" y="15"/>
                    <a:pt x="78" y="24"/>
                  </a:cubicBezTo>
                  <a:cubicBezTo>
                    <a:pt x="78" y="32"/>
                    <a:pt x="74" y="36"/>
                    <a:pt x="74" y="36"/>
                  </a:cubicBezTo>
                  <a:cubicBezTo>
                    <a:pt x="78" y="36"/>
                    <a:pt x="82" y="39"/>
                    <a:pt x="82" y="44"/>
                  </a:cubicBezTo>
                  <a:cubicBezTo>
                    <a:pt x="82" y="56"/>
                    <a:pt x="82" y="56"/>
                    <a:pt x="82" y="56"/>
                  </a:cubicBezTo>
                  <a:cubicBezTo>
                    <a:pt x="82" y="76"/>
                    <a:pt x="82" y="76"/>
                    <a:pt x="82" y="76"/>
                  </a:cubicBezTo>
                  <a:cubicBezTo>
                    <a:pt x="82" y="80"/>
                    <a:pt x="78" y="84"/>
                    <a:pt x="74" y="84"/>
                  </a:cubicBezTo>
                  <a:cubicBezTo>
                    <a:pt x="74" y="116"/>
                    <a:pt x="74" y="116"/>
                    <a:pt x="74" y="116"/>
                  </a:cubicBezTo>
                  <a:cubicBezTo>
                    <a:pt x="74" y="118"/>
                    <a:pt x="72" y="120"/>
                    <a:pt x="70" y="120"/>
                  </a:cubicBezTo>
                  <a:cubicBezTo>
                    <a:pt x="68" y="120"/>
                    <a:pt x="66" y="118"/>
                    <a:pt x="66" y="116"/>
                  </a:cubicBezTo>
                  <a:cubicBezTo>
                    <a:pt x="66" y="83"/>
                    <a:pt x="66" y="83"/>
                    <a:pt x="66" y="83"/>
                  </a:cubicBezTo>
                  <a:lnTo>
                    <a:pt x="58" y="83"/>
                  </a:lnTo>
                  <a:close/>
                  <a:moveTo>
                    <a:pt x="100" y="86"/>
                  </a:moveTo>
                  <a:cubicBezTo>
                    <a:pt x="100" y="110"/>
                    <a:pt x="100" y="110"/>
                    <a:pt x="100" y="110"/>
                  </a:cubicBezTo>
                  <a:cubicBezTo>
                    <a:pt x="100" y="112"/>
                    <a:pt x="98" y="113"/>
                    <a:pt x="97" y="113"/>
                  </a:cubicBezTo>
                  <a:cubicBezTo>
                    <a:pt x="95" y="113"/>
                    <a:pt x="94" y="112"/>
                    <a:pt x="94" y="110"/>
                  </a:cubicBezTo>
                  <a:cubicBezTo>
                    <a:pt x="94" y="86"/>
                    <a:pt x="94" y="86"/>
                    <a:pt x="94" y="86"/>
                  </a:cubicBezTo>
                  <a:cubicBezTo>
                    <a:pt x="91" y="86"/>
                    <a:pt x="89" y="85"/>
                    <a:pt x="88" y="83"/>
                  </a:cubicBezTo>
                  <a:cubicBezTo>
                    <a:pt x="89" y="80"/>
                    <a:pt x="90" y="78"/>
                    <a:pt x="90" y="76"/>
                  </a:cubicBezTo>
                  <a:cubicBezTo>
                    <a:pt x="90" y="52"/>
                    <a:pt x="90" y="52"/>
                    <a:pt x="90" y="52"/>
                  </a:cubicBezTo>
                  <a:cubicBezTo>
                    <a:pt x="91" y="51"/>
                    <a:pt x="92" y="51"/>
                    <a:pt x="94" y="51"/>
                  </a:cubicBezTo>
                  <a:cubicBezTo>
                    <a:pt x="94" y="51"/>
                    <a:pt x="91" y="48"/>
                    <a:pt x="91" y="42"/>
                  </a:cubicBezTo>
                  <a:cubicBezTo>
                    <a:pt x="91" y="35"/>
                    <a:pt x="96" y="30"/>
                    <a:pt x="103" y="30"/>
                  </a:cubicBezTo>
                  <a:cubicBezTo>
                    <a:pt x="109" y="30"/>
                    <a:pt x="115" y="35"/>
                    <a:pt x="115" y="42"/>
                  </a:cubicBezTo>
                  <a:cubicBezTo>
                    <a:pt x="115" y="48"/>
                    <a:pt x="112" y="51"/>
                    <a:pt x="112" y="51"/>
                  </a:cubicBezTo>
                  <a:cubicBezTo>
                    <a:pt x="115" y="51"/>
                    <a:pt x="118" y="53"/>
                    <a:pt x="118" y="56"/>
                  </a:cubicBezTo>
                  <a:cubicBezTo>
                    <a:pt x="118" y="80"/>
                    <a:pt x="118" y="80"/>
                    <a:pt x="118" y="80"/>
                  </a:cubicBezTo>
                  <a:cubicBezTo>
                    <a:pt x="118" y="84"/>
                    <a:pt x="115" y="86"/>
                    <a:pt x="112" y="86"/>
                  </a:cubicBezTo>
                  <a:cubicBezTo>
                    <a:pt x="112" y="110"/>
                    <a:pt x="112" y="110"/>
                    <a:pt x="112" y="110"/>
                  </a:cubicBezTo>
                  <a:cubicBezTo>
                    <a:pt x="112" y="112"/>
                    <a:pt x="110" y="113"/>
                    <a:pt x="109" y="113"/>
                  </a:cubicBezTo>
                  <a:cubicBezTo>
                    <a:pt x="107" y="113"/>
                    <a:pt x="106" y="112"/>
                    <a:pt x="106" y="110"/>
                  </a:cubicBezTo>
                  <a:cubicBezTo>
                    <a:pt x="106" y="86"/>
                    <a:pt x="106" y="86"/>
                    <a:pt x="106" y="86"/>
                  </a:cubicBezTo>
                  <a:lnTo>
                    <a:pt x="100" y="86"/>
                  </a:lnTo>
                  <a:close/>
                </a:path>
              </a:pathLst>
            </a:custGeom>
            <a:solidFill>
              <a:schemeClr val="bg1"/>
            </a:solidFill>
            <a:ln>
              <a:noFill/>
            </a:ln>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nvGrpSpPr>
            <p:cNvPr id="45" name="组合 44"/>
            <p:cNvGrpSpPr/>
            <p:nvPr/>
          </p:nvGrpSpPr>
          <p:grpSpPr>
            <a:xfrm>
              <a:off x="10374" y="3278"/>
              <a:ext cx="7894" cy="5372"/>
              <a:chOff x="1796" y="3424"/>
              <a:chExt cx="7894" cy="5372"/>
            </a:xfrm>
          </p:grpSpPr>
          <p:sp>
            <p:nvSpPr>
              <p:cNvPr id="47" name="图形"/>
              <p:cNvSpPr/>
              <p:nvPr>
                <p:custDataLst>
                  <p:tags r:id="rId10"/>
                </p:custDataLst>
              </p:nvPr>
            </p:nvSpPr>
            <p:spPr bwMode="auto">
              <a:xfrm>
                <a:off x="9109" y="7628"/>
                <a:ext cx="581" cy="523"/>
              </a:xfrm>
              <a:custGeom>
                <a:avLst/>
                <a:gdLst>
                  <a:gd name="T0" fmla="*/ 46 w 83"/>
                  <a:gd name="T1" fmla="*/ 58 h 75"/>
                  <a:gd name="T2" fmla="*/ 83 w 83"/>
                  <a:gd name="T3" fmla="*/ 29 h 75"/>
                  <a:gd name="T4" fmla="*/ 46 w 83"/>
                  <a:gd name="T5" fmla="*/ 0 h 75"/>
                  <a:gd name="T6" fmla="*/ 46 w 83"/>
                  <a:gd name="T7" fmla="*/ 20 h 75"/>
                  <a:gd name="T8" fmla="*/ 0 w 83"/>
                  <a:gd name="T9" fmla="*/ 75 h 75"/>
                  <a:gd name="T10" fmla="*/ 46 w 83"/>
                  <a:gd name="T11" fmla="*/ 40 h 75"/>
                  <a:gd name="T12" fmla="*/ 46 w 83"/>
                  <a:gd name="T13" fmla="*/ 58 h 75"/>
                </a:gdLst>
                <a:ahLst/>
                <a:cxnLst>
                  <a:cxn ang="0">
                    <a:pos x="T0" y="T1"/>
                  </a:cxn>
                  <a:cxn ang="0">
                    <a:pos x="T2" y="T3"/>
                  </a:cxn>
                  <a:cxn ang="0">
                    <a:pos x="T4" y="T5"/>
                  </a:cxn>
                  <a:cxn ang="0">
                    <a:pos x="T6" y="T7"/>
                  </a:cxn>
                  <a:cxn ang="0">
                    <a:pos x="T8" y="T9"/>
                  </a:cxn>
                  <a:cxn ang="0">
                    <a:pos x="T10" y="T11"/>
                  </a:cxn>
                  <a:cxn ang="0">
                    <a:pos x="T12" y="T13"/>
                  </a:cxn>
                </a:cxnLst>
                <a:rect l="0" t="0" r="r" b="b"/>
                <a:pathLst>
                  <a:path w="83" h="75">
                    <a:moveTo>
                      <a:pt x="46" y="58"/>
                    </a:moveTo>
                    <a:cubicBezTo>
                      <a:pt x="83" y="29"/>
                      <a:pt x="83" y="29"/>
                      <a:pt x="83" y="29"/>
                    </a:cubicBezTo>
                    <a:cubicBezTo>
                      <a:pt x="46" y="0"/>
                      <a:pt x="46" y="0"/>
                      <a:pt x="46" y="0"/>
                    </a:cubicBezTo>
                    <a:cubicBezTo>
                      <a:pt x="46" y="20"/>
                      <a:pt x="46" y="20"/>
                      <a:pt x="46" y="20"/>
                    </a:cubicBezTo>
                    <a:cubicBezTo>
                      <a:pt x="10" y="21"/>
                      <a:pt x="0" y="38"/>
                      <a:pt x="0" y="75"/>
                    </a:cubicBezTo>
                    <a:cubicBezTo>
                      <a:pt x="15" y="43"/>
                      <a:pt x="30" y="41"/>
                      <a:pt x="46" y="40"/>
                    </a:cubicBezTo>
                    <a:cubicBezTo>
                      <a:pt x="46" y="58"/>
                      <a:pt x="46" y="58"/>
                      <a:pt x="46" y="5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90" name="图形"/>
              <p:cNvSpPr txBox="1"/>
              <p:nvPr>
                <p:custDataLst>
                  <p:tags r:id="rId11"/>
                </p:custDataLst>
              </p:nvPr>
            </p:nvSpPr>
            <p:spPr>
              <a:xfrm>
                <a:off x="2908" y="3424"/>
                <a:ext cx="5162" cy="1116"/>
              </a:xfrm>
              <a:prstGeom prst="rect">
                <a:avLst/>
              </a:prstGeom>
              <a:noFill/>
            </p:spPr>
            <p:txBody>
              <a:bodyPr wrap="square" lIns="91422" tIns="45711" rIns="91422" bIns="45711"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199" name="图形"/>
              <p:cNvSpPr txBox="1"/>
              <p:nvPr>
                <p:custDataLst>
                  <p:tags r:id="rId12"/>
                </p:custDataLst>
              </p:nvPr>
            </p:nvSpPr>
            <p:spPr>
              <a:xfrm>
                <a:off x="2908" y="4709"/>
                <a:ext cx="5162" cy="1116"/>
              </a:xfrm>
              <a:prstGeom prst="rect">
                <a:avLst/>
              </a:prstGeom>
              <a:noFill/>
            </p:spPr>
            <p:txBody>
              <a:bodyPr wrap="square" lIns="91422" tIns="45711" rIns="91422" bIns="45711"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50" name="图形"/>
              <p:cNvSpPr txBox="1"/>
              <p:nvPr>
                <p:custDataLst>
                  <p:tags r:id="rId13"/>
                </p:custDataLst>
              </p:nvPr>
            </p:nvSpPr>
            <p:spPr>
              <a:xfrm>
                <a:off x="2908" y="6395"/>
                <a:ext cx="5162" cy="1116"/>
              </a:xfrm>
              <a:prstGeom prst="rect">
                <a:avLst/>
              </a:prstGeom>
              <a:noFill/>
            </p:spPr>
            <p:txBody>
              <a:bodyPr wrap="square" lIns="91422" tIns="45711" rIns="91422" bIns="45711"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51" name="图形"/>
              <p:cNvSpPr txBox="1"/>
              <p:nvPr>
                <p:custDataLst>
                  <p:tags r:id="rId14"/>
                </p:custDataLst>
              </p:nvPr>
            </p:nvSpPr>
            <p:spPr>
              <a:xfrm>
                <a:off x="2908" y="7680"/>
                <a:ext cx="5162" cy="1116"/>
              </a:xfrm>
              <a:prstGeom prst="rect">
                <a:avLst/>
              </a:prstGeom>
              <a:noFill/>
            </p:spPr>
            <p:txBody>
              <a:bodyPr wrap="square" lIns="91422" tIns="45711" rIns="91422" bIns="45711"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grpSp>
            <p:nvGrpSpPr>
              <p:cNvPr id="55" name="组合 54"/>
              <p:cNvGrpSpPr/>
              <p:nvPr/>
            </p:nvGrpSpPr>
            <p:grpSpPr>
              <a:xfrm>
                <a:off x="1796" y="3506"/>
                <a:ext cx="1013" cy="1013"/>
                <a:chOff x="2297" y="4662"/>
                <a:chExt cx="1476" cy="1476"/>
              </a:xfrm>
            </p:grpSpPr>
            <p:sp>
              <p:nvSpPr>
                <p:cNvPr id="60" name="图形"/>
                <p:cNvSpPr/>
                <p:nvPr>
                  <p:custDataLst>
                    <p:tags r:id="rId17"/>
                  </p:custDataLst>
                </p:nvPr>
              </p:nvSpPr>
              <p:spPr>
                <a:xfrm>
                  <a:off x="2297" y="4662"/>
                  <a:ext cx="1476" cy="1476"/>
                </a:xfrm>
                <a:prstGeom prst="ellipse">
                  <a:avLst/>
                </a:pr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1" name="图形"/>
                <p:cNvSpPr/>
                <p:nvPr>
                  <p:custDataLst>
                    <p:tags r:id="rId18"/>
                  </p:custDataLst>
                </p:nvPr>
              </p:nvSpPr>
              <p:spPr>
                <a:xfrm>
                  <a:off x="2655" y="5110"/>
                  <a:ext cx="762" cy="579"/>
                </a:xfrm>
                <a:custGeom>
                  <a:avLst/>
                  <a:gdLst>
                    <a:gd name="connsiteX0" fmla="*/ 332561 w 606914"/>
                    <a:gd name="connsiteY0" fmla="*/ 314722 h 461075"/>
                    <a:gd name="connsiteX1" fmla="*/ 522673 w 606914"/>
                    <a:gd name="connsiteY1" fmla="*/ 314722 h 461075"/>
                    <a:gd name="connsiteX2" fmla="*/ 539614 w 606914"/>
                    <a:gd name="connsiteY2" fmla="*/ 331552 h 461075"/>
                    <a:gd name="connsiteX3" fmla="*/ 522763 w 606914"/>
                    <a:gd name="connsiteY3" fmla="*/ 348382 h 461075"/>
                    <a:gd name="connsiteX4" fmla="*/ 332561 w 606914"/>
                    <a:gd name="connsiteY4" fmla="*/ 348382 h 461075"/>
                    <a:gd name="connsiteX5" fmla="*/ 315710 w 606914"/>
                    <a:gd name="connsiteY5" fmla="*/ 331552 h 461075"/>
                    <a:gd name="connsiteX6" fmla="*/ 332561 w 606914"/>
                    <a:gd name="connsiteY6" fmla="*/ 314722 h 461075"/>
                    <a:gd name="connsiteX7" fmla="*/ 176382 w 606914"/>
                    <a:gd name="connsiteY7" fmla="*/ 289604 h 461075"/>
                    <a:gd name="connsiteX8" fmla="*/ 103153 w 606914"/>
                    <a:gd name="connsiteY8" fmla="*/ 347707 h 461075"/>
                    <a:gd name="connsiteX9" fmla="*/ 249611 w 606914"/>
                    <a:gd name="connsiteY9" fmla="*/ 347707 h 461075"/>
                    <a:gd name="connsiteX10" fmla="*/ 176382 w 606914"/>
                    <a:gd name="connsiteY10" fmla="*/ 289604 h 461075"/>
                    <a:gd name="connsiteX11" fmla="*/ 176293 w 606914"/>
                    <a:gd name="connsiteY11" fmla="*/ 255941 h 461075"/>
                    <a:gd name="connsiteX12" fmla="*/ 284926 w 606914"/>
                    <a:gd name="connsiteY12" fmla="*/ 362031 h 461075"/>
                    <a:gd name="connsiteX13" fmla="*/ 268255 w 606914"/>
                    <a:gd name="connsiteY13" fmla="*/ 381548 h 461075"/>
                    <a:gd name="connsiteX14" fmla="*/ 268165 w 606914"/>
                    <a:gd name="connsiteY14" fmla="*/ 381548 h 461075"/>
                    <a:gd name="connsiteX15" fmla="*/ 84241 w 606914"/>
                    <a:gd name="connsiteY15" fmla="*/ 381548 h 461075"/>
                    <a:gd name="connsiteX16" fmla="*/ 67390 w 606914"/>
                    <a:gd name="connsiteY16" fmla="*/ 364717 h 461075"/>
                    <a:gd name="connsiteX17" fmla="*/ 176293 w 606914"/>
                    <a:gd name="connsiteY17" fmla="*/ 255941 h 461075"/>
                    <a:gd name="connsiteX18" fmla="*/ 332561 w 606914"/>
                    <a:gd name="connsiteY18" fmla="*/ 230538 h 461075"/>
                    <a:gd name="connsiteX19" fmla="*/ 522673 w 606914"/>
                    <a:gd name="connsiteY19" fmla="*/ 230538 h 461075"/>
                    <a:gd name="connsiteX20" fmla="*/ 539614 w 606914"/>
                    <a:gd name="connsiteY20" fmla="*/ 247368 h 461075"/>
                    <a:gd name="connsiteX21" fmla="*/ 522763 w 606914"/>
                    <a:gd name="connsiteY21" fmla="*/ 264198 h 461075"/>
                    <a:gd name="connsiteX22" fmla="*/ 332561 w 606914"/>
                    <a:gd name="connsiteY22" fmla="*/ 264198 h 461075"/>
                    <a:gd name="connsiteX23" fmla="*/ 315710 w 606914"/>
                    <a:gd name="connsiteY23" fmla="*/ 247368 h 461075"/>
                    <a:gd name="connsiteX24" fmla="*/ 332561 w 606914"/>
                    <a:gd name="connsiteY24" fmla="*/ 230538 h 461075"/>
                    <a:gd name="connsiteX25" fmla="*/ 176282 w 606914"/>
                    <a:gd name="connsiteY25" fmla="*/ 147025 h 461075"/>
                    <a:gd name="connsiteX26" fmla="*/ 150914 w 606914"/>
                    <a:gd name="connsiteY26" fmla="*/ 172270 h 461075"/>
                    <a:gd name="connsiteX27" fmla="*/ 176282 w 606914"/>
                    <a:gd name="connsiteY27" fmla="*/ 197604 h 461075"/>
                    <a:gd name="connsiteX28" fmla="*/ 201560 w 606914"/>
                    <a:gd name="connsiteY28" fmla="*/ 172270 h 461075"/>
                    <a:gd name="connsiteX29" fmla="*/ 176282 w 606914"/>
                    <a:gd name="connsiteY29" fmla="*/ 147025 h 461075"/>
                    <a:gd name="connsiteX30" fmla="*/ 332561 w 606914"/>
                    <a:gd name="connsiteY30" fmla="*/ 146353 h 461075"/>
                    <a:gd name="connsiteX31" fmla="*/ 522673 w 606914"/>
                    <a:gd name="connsiteY31" fmla="*/ 146353 h 461075"/>
                    <a:gd name="connsiteX32" fmla="*/ 539614 w 606914"/>
                    <a:gd name="connsiteY32" fmla="*/ 163183 h 461075"/>
                    <a:gd name="connsiteX33" fmla="*/ 522763 w 606914"/>
                    <a:gd name="connsiteY33" fmla="*/ 180013 h 461075"/>
                    <a:gd name="connsiteX34" fmla="*/ 332561 w 606914"/>
                    <a:gd name="connsiteY34" fmla="*/ 180013 h 461075"/>
                    <a:gd name="connsiteX35" fmla="*/ 315710 w 606914"/>
                    <a:gd name="connsiteY35" fmla="*/ 163183 h 461075"/>
                    <a:gd name="connsiteX36" fmla="*/ 332561 w 606914"/>
                    <a:gd name="connsiteY36" fmla="*/ 146353 h 461075"/>
                    <a:gd name="connsiteX37" fmla="*/ 176282 w 606914"/>
                    <a:gd name="connsiteY37" fmla="*/ 113187 h 461075"/>
                    <a:gd name="connsiteX38" fmla="*/ 235265 w 606914"/>
                    <a:gd name="connsiteY38" fmla="*/ 172180 h 461075"/>
                    <a:gd name="connsiteX39" fmla="*/ 176282 w 606914"/>
                    <a:gd name="connsiteY39" fmla="*/ 231173 h 461075"/>
                    <a:gd name="connsiteX40" fmla="*/ 117209 w 606914"/>
                    <a:gd name="connsiteY40" fmla="*/ 172180 h 461075"/>
                    <a:gd name="connsiteX41" fmla="*/ 176282 w 606914"/>
                    <a:gd name="connsiteY41" fmla="*/ 113187 h 461075"/>
                    <a:gd name="connsiteX42" fmla="*/ 50546 w 606914"/>
                    <a:gd name="connsiteY42" fmla="*/ 67300 h 461075"/>
                    <a:gd name="connsiteX43" fmla="*/ 33698 w 606914"/>
                    <a:gd name="connsiteY43" fmla="*/ 84125 h 461075"/>
                    <a:gd name="connsiteX44" fmla="*/ 33698 w 606914"/>
                    <a:gd name="connsiteY44" fmla="*/ 410600 h 461075"/>
                    <a:gd name="connsiteX45" fmla="*/ 50546 w 606914"/>
                    <a:gd name="connsiteY45" fmla="*/ 427425 h 461075"/>
                    <a:gd name="connsiteX46" fmla="*/ 556458 w 606914"/>
                    <a:gd name="connsiteY46" fmla="*/ 427425 h 461075"/>
                    <a:gd name="connsiteX47" fmla="*/ 573306 w 606914"/>
                    <a:gd name="connsiteY47" fmla="*/ 410600 h 461075"/>
                    <a:gd name="connsiteX48" fmla="*/ 573217 w 606914"/>
                    <a:gd name="connsiteY48" fmla="*/ 410600 h 461075"/>
                    <a:gd name="connsiteX49" fmla="*/ 573217 w 606914"/>
                    <a:gd name="connsiteY49" fmla="*/ 84125 h 461075"/>
                    <a:gd name="connsiteX50" fmla="*/ 556368 w 606914"/>
                    <a:gd name="connsiteY50" fmla="*/ 67300 h 461075"/>
                    <a:gd name="connsiteX51" fmla="*/ 387791 w 606914"/>
                    <a:gd name="connsiteY51" fmla="*/ 67300 h 461075"/>
                    <a:gd name="connsiteX52" fmla="*/ 387791 w 606914"/>
                    <a:gd name="connsiteY52" fmla="*/ 84125 h 461075"/>
                    <a:gd name="connsiteX53" fmla="*/ 370942 w 606914"/>
                    <a:gd name="connsiteY53" fmla="*/ 100950 h 461075"/>
                    <a:gd name="connsiteX54" fmla="*/ 235972 w 606914"/>
                    <a:gd name="connsiteY54" fmla="*/ 100950 h 461075"/>
                    <a:gd name="connsiteX55" fmla="*/ 219124 w 606914"/>
                    <a:gd name="connsiteY55" fmla="*/ 84125 h 461075"/>
                    <a:gd name="connsiteX56" fmla="*/ 219124 w 606914"/>
                    <a:gd name="connsiteY56" fmla="*/ 67300 h 461075"/>
                    <a:gd name="connsiteX57" fmla="*/ 253000 w 606914"/>
                    <a:gd name="connsiteY57" fmla="*/ 33650 h 461075"/>
                    <a:gd name="connsiteX58" fmla="*/ 253000 w 606914"/>
                    <a:gd name="connsiteY58" fmla="*/ 67300 h 461075"/>
                    <a:gd name="connsiteX59" fmla="*/ 354183 w 606914"/>
                    <a:gd name="connsiteY59" fmla="*/ 67300 h 461075"/>
                    <a:gd name="connsiteX60" fmla="*/ 354183 w 606914"/>
                    <a:gd name="connsiteY60" fmla="*/ 33650 h 461075"/>
                    <a:gd name="connsiteX61" fmla="*/ 236152 w 606914"/>
                    <a:gd name="connsiteY61" fmla="*/ 0 h 461075"/>
                    <a:gd name="connsiteX62" fmla="*/ 371032 w 606914"/>
                    <a:gd name="connsiteY62" fmla="*/ 0 h 461075"/>
                    <a:gd name="connsiteX63" fmla="*/ 387880 w 606914"/>
                    <a:gd name="connsiteY63" fmla="*/ 16825 h 461075"/>
                    <a:gd name="connsiteX64" fmla="*/ 387880 w 606914"/>
                    <a:gd name="connsiteY64" fmla="*/ 33650 h 461075"/>
                    <a:gd name="connsiteX65" fmla="*/ 556458 w 606914"/>
                    <a:gd name="connsiteY65" fmla="*/ 33650 h 461075"/>
                    <a:gd name="connsiteX66" fmla="*/ 606914 w 606914"/>
                    <a:gd name="connsiteY66" fmla="*/ 84125 h 461075"/>
                    <a:gd name="connsiteX67" fmla="*/ 606914 w 606914"/>
                    <a:gd name="connsiteY67" fmla="*/ 410600 h 461075"/>
                    <a:gd name="connsiteX68" fmla="*/ 556368 w 606914"/>
                    <a:gd name="connsiteY68" fmla="*/ 461075 h 461075"/>
                    <a:gd name="connsiteX69" fmla="*/ 50546 w 606914"/>
                    <a:gd name="connsiteY69" fmla="*/ 461075 h 461075"/>
                    <a:gd name="connsiteX70" fmla="*/ 0 w 606914"/>
                    <a:gd name="connsiteY70" fmla="*/ 410600 h 461075"/>
                    <a:gd name="connsiteX71" fmla="*/ 0 w 606914"/>
                    <a:gd name="connsiteY71" fmla="*/ 84125 h 461075"/>
                    <a:gd name="connsiteX72" fmla="*/ 50546 w 606914"/>
                    <a:gd name="connsiteY72" fmla="*/ 33650 h 461075"/>
                    <a:gd name="connsiteX73" fmla="*/ 219303 w 606914"/>
                    <a:gd name="connsiteY73" fmla="*/ 33650 h 461075"/>
                    <a:gd name="connsiteX74" fmla="*/ 219303 w 606914"/>
                    <a:gd name="connsiteY74" fmla="*/ 16825 h 461075"/>
                    <a:gd name="connsiteX75" fmla="*/ 236152 w 606914"/>
                    <a:gd name="connsiteY75" fmla="*/ 0 h 46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606914" h="461075">
                      <a:moveTo>
                        <a:pt x="332561" y="314722"/>
                      </a:moveTo>
                      <a:lnTo>
                        <a:pt x="522673" y="314722"/>
                      </a:lnTo>
                      <a:cubicBezTo>
                        <a:pt x="531995" y="314722"/>
                        <a:pt x="539614" y="322242"/>
                        <a:pt x="539614" y="331552"/>
                      </a:cubicBezTo>
                      <a:cubicBezTo>
                        <a:pt x="539614" y="340862"/>
                        <a:pt x="532085" y="348382"/>
                        <a:pt x="522763" y="348382"/>
                      </a:cubicBezTo>
                      <a:lnTo>
                        <a:pt x="332561" y="348382"/>
                      </a:lnTo>
                      <a:cubicBezTo>
                        <a:pt x="323239" y="348382"/>
                        <a:pt x="315710" y="340862"/>
                        <a:pt x="315710" y="331552"/>
                      </a:cubicBezTo>
                      <a:cubicBezTo>
                        <a:pt x="315710" y="322242"/>
                        <a:pt x="323239" y="314722"/>
                        <a:pt x="332561" y="314722"/>
                      </a:cubicBezTo>
                      <a:close/>
                      <a:moveTo>
                        <a:pt x="176382" y="289604"/>
                      </a:moveTo>
                      <a:cubicBezTo>
                        <a:pt x="140798" y="289604"/>
                        <a:pt x="110772" y="314403"/>
                        <a:pt x="103153" y="347707"/>
                      </a:cubicBezTo>
                      <a:lnTo>
                        <a:pt x="249611" y="347707"/>
                      </a:lnTo>
                      <a:cubicBezTo>
                        <a:pt x="241903" y="314582"/>
                        <a:pt x="211966" y="289604"/>
                        <a:pt x="176382" y="289604"/>
                      </a:cubicBezTo>
                      <a:close/>
                      <a:moveTo>
                        <a:pt x="176293" y="255941"/>
                      </a:moveTo>
                      <a:cubicBezTo>
                        <a:pt x="235450" y="255941"/>
                        <a:pt x="283672" y="303212"/>
                        <a:pt x="284926" y="362031"/>
                      </a:cubicBezTo>
                      <a:cubicBezTo>
                        <a:pt x="285106" y="362927"/>
                        <a:pt x="286002" y="381548"/>
                        <a:pt x="268255" y="381548"/>
                      </a:cubicBezTo>
                      <a:lnTo>
                        <a:pt x="268165" y="381548"/>
                      </a:lnTo>
                      <a:lnTo>
                        <a:pt x="84241" y="381548"/>
                      </a:lnTo>
                      <a:cubicBezTo>
                        <a:pt x="74919" y="381548"/>
                        <a:pt x="67390" y="374028"/>
                        <a:pt x="67390" y="364717"/>
                      </a:cubicBezTo>
                      <a:cubicBezTo>
                        <a:pt x="67390" y="304734"/>
                        <a:pt x="116239" y="255941"/>
                        <a:pt x="176293" y="255941"/>
                      </a:cubicBezTo>
                      <a:close/>
                      <a:moveTo>
                        <a:pt x="332561" y="230538"/>
                      </a:moveTo>
                      <a:lnTo>
                        <a:pt x="522673" y="230538"/>
                      </a:lnTo>
                      <a:cubicBezTo>
                        <a:pt x="531995" y="230538"/>
                        <a:pt x="539614" y="238058"/>
                        <a:pt x="539614" y="247368"/>
                      </a:cubicBezTo>
                      <a:cubicBezTo>
                        <a:pt x="539614" y="256678"/>
                        <a:pt x="532085" y="264198"/>
                        <a:pt x="522763" y="264198"/>
                      </a:cubicBezTo>
                      <a:lnTo>
                        <a:pt x="332561" y="264198"/>
                      </a:lnTo>
                      <a:cubicBezTo>
                        <a:pt x="323239" y="264198"/>
                        <a:pt x="315710" y="256678"/>
                        <a:pt x="315710" y="247368"/>
                      </a:cubicBezTo>
                      <a:cubicBezTo>
                        <a:pt x="315710" y="238058"/>
                        <a:pt x="323239" y="230538"/>
                        <a:pt x="332561" y="230538"/>
                      </a:cubicBezTo>
                      <a:close/>
                      <a:moveTo>
                        <a:pt x="176282" y="147025"/>
                      </a:moveTo>
                      <a:cubicBezTo>
                        <a:pt x="162388" y="147025"/>
                        <a:pt x="151003" y="158305"/>
                        <a:pt x="150914" y="172270"/>
                      </a:cubicBezTo>
                      <a:cubicBezTo>
                        <a:pt x="150914" y="186235"/>
                        <a:pt x="162298" y="197604"/>
                        <a:pt x="176282" y="197604"/>
                      </a:cubicBezTo>
                      <a:cubicBezTo>
                        <a:pt x="190266" y="197604"/>
                        <a:pt x="201560" y="186235"/>
                        <a:pt x="201560" y="172270"/>
                      </a:cubicBezTo>
                      <a:cubicBezTo>
                        <a:pt x="201560" y="158305"/>
                        <a:pt x="190266" y="147025"/>
                        <a:pt x="176282" y="147025"/>
                      </a:cubicBezTo>
                      <a:close/>
                      <a:moveTo>
                        <a:pt x="332561" y="146353"/>
                      </a:moveTo>
                      <a:lnTo>
                        <a:pt x="522673" y="146353"/>
                      </a:lnTo>
                      <a:cubicBezTo>
                        <a:pt x="531995" y="146353"/>
                        <a:pt x="539614" y="153963"/>
                        <a:pt x="539614" y="163183"/>
                      </a:cubicBezTo>
                      <a:cubicBezTo>
                        <a:pt x="539614" y="172493"/>
                        <a:pt x="532085" y="180013"/>
                        <a:pt x="522763" y="180013"/>
                      </a:cubicBezTo>
                      <a:lnTo>
                        <a:pt x="332561" y="180013"/>
                      </a:lnTo>
                      <a:cubicBezTo>
                        <a:pt x="323239" y="180013"/>
                        <a:pt x="315710" y="172493"/>
                        <a:pt x="315710" y="163183"/>
                      </a:cubicBezTo>
                      <a:cubicBezTo>
                        <a:pt x="315710" y="153873"/>
                        <a:pt x="323239" y="146353"/>
                        <a:pt x="332561" y="146353"/>
                      </a:cubicBezTo>
                      <a:close/>
                      <a:moveTo>
                        <a:pt x="176282" y="113187"/>
                      </a:moveTo>
                      <a:cubicBezTo>
                        <a:pt x="208732" y="113187"/>
                        <a:pt x="235265" y="139685"/>
                        <a:pt x="235265" y="172180"/>
                      </a:cubicBezTo>
                      <a:cubicBezTo>
                        <a:pt x="235265" y="204676"/>
                        <a:pt x="208732" y="231173"/>
                        <a:pt x="176282" y="231173"/>
                      </a:cubicBezTo>
                      <a:cubicBezTo>
                        <a:pt x="143742" y="231173"/>
                        <a:pt x="117209" y="204765"/>
                        <a:pt x="117209" y="172180"/>
                      </a:cubicBezTo>
                      <a:cubicBezTo>
                        <a:pt x="117209" y="139685"/>
                        <a:pt x="143742" y="113187"/>
                        <a:pt x="176282" y="113187"/>
                      </a:cubicBezTo>
                      <a:close/>
                      <a:moveTo>
                        <a:pt x="50546" y="67300"/>
                      </a:moveTo>
                      <a:cubicBezTo>
                        <a:pt x="41226" y="67300"/>
                        <a:pt x="33698" y="74818"/>
                        <a:pt x="33698" y="84125"/>
                      </a:cubicBezTo>
                      <a:lnTo>
                        <a:pt x="33698" y="410600"/>
                      </a:lnTo>
                      <a:cubicBezTo>
                        <a:pt x="33698" y="419908"/>
                        <a:pt x="41226" y="427425"/>
                        <a:pt x="50546" y="427425"/>
                      </a:cubicBezTo>
                      <a:lnTo>
                        <a:pt x="556458" y="427425"/>
                      </a:lnTo>
                      <a:cubicBezTo>
                        <a:pt x="565778" y="427425"/>
                        <a:pt x="573306" y="419908"/>
                        <a:pt x="573306" y="410600"/>
                      </a:cubicBezTo>
                      <a:lnTo>
                        <a:pt x="573217" y="410600"/>
                      </a:lnTo>
                      <a:lnTo>
                        <a:pt x="573217" y="84125"/>
                      </a:lnTo>
                      <a:cubicBezTo>
                        <a:pt x="573217" y="74818"/>
                        <a:pt x="565689" y="67300"/>
                        <a:pt x="556368" y="67300"/>
                      </a:cubicBezTo>
                      <a:lnTo>
                        <a:pt x="387791" y="67300"/>
                      </a:lnTo>
                      <a:lnTo>
                        <a:pt x="387791" y="84125"/>
                      </a:lnTo>
                      <a:cubicBezTo>
                        <a:pt x="387791" y="93432"/>
                        <a:pt x="380262" y="100950"/>
                        <a:pt x="370942" y="100950"/>
                      </a:cubicBezTo>
                      <a:lnTo>
                        <a:pt x="235972" y="100950"/>
                      </a:lnTo>
                      <a:cubicBezTo>
                        <a:pt x="226652" y="100950"/>
                        <a:pt x="219124" y="93432"/>
                        <a:pt x="219124" y="84125"/>
                      </a:cubicBezTo>
                      <a:lnTo>
                        <a:pt x="219124" y="67300"/>
                      </a:lnTo>
                      <a:close/>
                      <a:moveTo>
                        <a:pt x="253000" y="33650"/>
                      </a:moveTo>
                      <a:lnTo>
                        <a:pt x="253000" y="67300"/>
                      </a:lnTo>
                      <a:lnTo>
                        <a:pt x="354183" y="67300"/>
                      </a:lnTo>
                      <a:lnTo>
                        <a:pt x="354183" y="33650"/>
                      </a:lnTo>
                      <a:close/>
                      <a:moveTo>
                        <a:pt x="236152" y="0"/>
                      </a:moveTo>
                      <a:lnTo>
                        <a:pt x="371032" y="0"/>
                      </a:lnTo>
                      <a:cubicBezTo>
                        <a:pt x="380352" y="0"/>
                        <a:pt x="387880" y="7518"/>
                        <a:pt x="387880" y="16825"/>
                      </a:cubicBezTo>
                      <a:lnTo>
                        <a:pt x="387880" y="33650"/>
                      </a:lnTo>
                      <a:lnTo>
                        <a:pt x="556458" y="33650"/>
                      </a:lnTo>
                      <a:cubicBezTo>
                        <a:pt x="584330" y="33650"/>
                        <a:pt x="607004" y="56292"/>
                        <a:pt x="606914" y="84125"/>
                      </a:cubicBezTo>
                      <a:lnTo>
                        <a:pt x="606914" y="410600"/>
                      </a:lnTo>
                      <a:cubicBezTo>
                        <a:pt x="606914" y="438433"/>
                        <a:pt x="584240" y="461075"/>
                        <a:pt x="556368" y="461075"/>
                      </a:cubicBezTo>
                      <a:lnTo>
                        <a:pt x="50546" y="461075"/>
                      </a:lnTo>
                      <a:cubicBezTo>
                        <a:pt x="22674" y="461075"/>
                        <a:pt x="0" y="438433"/>
                        <a:pt x="0" y="410600"/>
                      </a:cubicBezTo>
                      <a:lnTo>
                        <a:pt x="0" y="84125"/>
                      </a:lnTo>
                      <a:cubicBezTo>
                        <a:pt x="0" y="56292"/>
                        <a:pt x="22674" y="33650"/>
                        <a:pt x="50546" y="33650"/>
                      </a:cubicBezTo>
                      <a:lnTo>
                        <a:pt x="219303" y="33650"/>
                      </a:lnTo>
                      <a:lnTo>
                        <a:pt x="219303" y="16825"/>
                      </a:lnTo>
                      <a:cubicBezTo>
                        <a:pt x="219303" y="7518"/>
                        <a:pt x="226831" y="0"/>
                        <a:pt x="236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dirty="0">
                    <a:solidFill>
                      <a:prstClr val="white"/>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nvGrpSpPr>
              <p:cNvPr id="62" name="组合 61"/>
              <p:cNvGrpSpPr/>
              <p:nvPr/>
            </p:nvGrpSpPr>
            <p:grpSpPr>
              <a:xfrm>
                <a:off x="1796" y="6401"/>
                <a:ext cx="1013" cy="1013"/>
                <a:chOff x="15181" y="4662"/>
                <a:chExt cx="1476" cy="1476"/>
              </a:xfrm>
            </p:grpSpPr>
            <p:sp>
              <p:nvSpPr>
                <p:cNvPr id="63" name="图形"/>
                <p:cNvSpPr/>
                <p:nvPr>
                  <p:custDataLst>
                    <p:tags r:id="rId15"/>
                  </p:custDataLst>
                </p:nvPr>
              </p:nvSpPr>
              <p:spPr>
                <a:xfrm>
                  <a:off x="15181" y="4662"/>
                  <a:ext cx="1476" cy="1476"/>
                </a:xfrm>
                <a:prstGeom prst="ellipse">
                  <a:avLst/>
                </a:pr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6" name="图形"/>
                <p:cNvSpPr/>
                <p:nvPr>
                  <p:custDataLst>
                    <p:tags r:id="rId16"/>
                  </p:custDataLst>
                </p:nvPr>
              </p:nvSpPr>
              <p:spPr>
                <a:xfrm>
                  <a:off x="15538" y="5020"/>
                  <a:ext cx="762" cy="760"/>
                </a:xfrm>
                <a:custGeom>
                  <a:avLst/>
                  <a:gdLst>
                    <a:gd name="connsiteX0" fmla="*/ 481089 w 607639"/>
                    <a:gd name="connsiteY0" fmla="*/ 429814 h 606722"/>
                    <a:gd name="connsiteX1" fmla="*/ 493728 w 607639"/>
                    <a:gd name="connsiteY1" fmla="*/ 442434 h 606722"/>
                    <a:gd name="connsiteX2" fmla="*/ 506368 w 607639"/>
                    <a:gd name="connsiteY2" fmla="*/ 442434 h 606722"/>
                    <a:gd name="connsiteX3" fmla="*/ 519008 w 607639"/>
                    <a:gd name="connsiteY3" fmla="*/ 455055 h 606722"/>
                    <a:gd name="connsiteX4" fmla="*/ 506368 w 607639"/>
                    <a:gd name="connsiteY4" fmla="*/ 467675 h 606722"/>
                    <a:gd name="connsiteX5" fmla="*/ 486340 w 607639"/>
                    <a:gd name="connsiteY5" fmla="*/ 467675 h 606722"/>
                    <a:gd name="connsiteX6" fmla="*/ 509751 w 607639"/>
                    <a:gd name="connsiteY6" fmla="*/ 491137 h 606722"/>
                    <a:gd name="connsiteX7" fmla="*/ 514112 w 607639"/>
                    <a:gd name="connsiteY7" fmla="*/ 508823 h 606722"/>
                    <a:gd name="connsiteX8" fmla="*/ 498446 w 607639"/>
                    <a:gd name="connsiteY8" fmla="*/ 518244 h 606722"/>
                    <a:gd name="connsiteX9" fmla="*/ 493728 w 607639"/>
                    <a:gd name="connsiteY9" fmla="*/ 518244 h 606722"/>
                    <a:gd name="connsiteX10" fmla="*/ 481089 w 607639"/>
                    <a:gd name="connsiteY10" fmla="*/ 530864 h 606722"/>
                    <a:gd name="connsiteX11" fmla="*/ 468360 w 607639"/>
                    <a:gd name="connsiteY11" fmla="*/ 518244 h 606722"/>
                    <a:gd name="connsiteX12" fmla="*/ 455720 w 607639"/>
                    <a:gd name="connsiteY12" fmla="*/ 518244 h 606722"/>
                    <a:gd name="connsiteX13" fmla="*/ 443080 w 607639"/>
                    <a:gd name="connsiteY13" fmla="*/ 505624 h 606722"/>
                    <a:gd name="connsiteX14" fmla="*/ 455720 w 607639"/>
                    <a:gd name="connsiteY14" fmla="*/ 493004 h 606722"/>
                    <a:gd name="connsiteX15" fmla="*/ 475837 w 607639"/>
                    <a:gd name="connsiteY15" fmla="*/ 493004 h 606722"/>
                    <a:gd name="connsiteX16" fmla="*/ 452426 w 607639"/>
                    <a:gd name="connsiteY16" fmla="*/ 469630 h 606722"/>
                    <a:gd name="connsiteX17" fmla="*/ 447976 w 607639"/>
                    <a:gd name="connsiteY17" fmla="*/ 451855 h 606722"/>
                    <a:gd name="connsiteX18" fmla="*/ 463642 w 607639"/>
                    <a:gd name="connsiteY18" fmla="*/ 442434 h 606722"/>
                    <a:gd name="connsiteX19" fmla="*/ 468360 w 607639"/>
                    <a:gd name="connsiteY19" fmla="*/ 442434 h 606722"/>
                    <a:gd name="connsiteX20" fmla="*/ 481089 w 607639"/>
                    <a:gd name="connsiteY20" fmla="*/ 429814 h 606722"/>
                    <a:gd name="connsiteX21" fmla="*/ 126550 w 607639"/>
                    <a:gd name="connsiteY21" fmla="*/ 429814 h 606722"/>
                    <a:gd name="connsiteX22" fmla="*/ 139278 w 607639"/>
                    <a:gd name="connsiteY22" fmla="*/ 442434 h 606722"/>
                    <a:gd name="connsiteX23" fmla="*/ 151918 w 607639"/>
                    <a:gd name="connsiteY23" fmla="*/ 442434 h 606722"/>
                    <a:gd name="connsiteX24" fmla="*/ 164558 w 607639"/>
                    <a:gd name="connsiteY24" fmla="*/ 455055 h 606722"/>
                    <a:gd name="connsiteX25" fmla="*/ 151918 w 607639"/>
                    <a:gd name="connsiteY25" fmla="*/ 467675 h 606722"/>
                    <a:gd name="connsiteX26" fmla="*/ 131801 w 607639"/>
                    <a:gd name="connsiteY26" fmla="*/ 467675 h 606722"/>
                    <a:gd name="connsiteX27" fmla="*/ 155301 w 607639"/>
                    <a:gd name="connsiteY27" fmla="*/ 491137 h 606722"/>
                    <a:gd name="connsiteX28" fmla="*/ 159662 w 607639"/>
                    <a:gd name="connsiteY28" fmla="*/ 508823 h 606722"/>
                    <a:gd name="connsiteX29" fmla="*/ 143996 w 607639"/>
                    <a:gd name="connsiteY29" fmla="*/ 518244 h 606722"/>
                    <a:gd name="connsiteX30" fmla="*/ 139278 w 607639"/>
                    <a:gd name="connsiteY30" fmla="*/ 518244 h 606722"/>
                    <a:gd name="connsiteX31" fmla="*/ 126550 w 607639"/>
                    <a:gd name="connsiteY31" fmla="*/ 530864 h 606722"/>
                    <a:gd name="connsiteX32" fmla="*/ 113910 w 607639"/>
                    <a:gd name="connsiteY32" fmla="*/ 518244 h 606722"/>
                    <a:gd name="connsiteX33" fmla="*/ 101270 w 607639"/>
                    <a:gd name="connsiteY33" fmla="*/ 518244 h 606722"/>
                    <a:gd name="connsiteX34" fmla="*/ 88630 w 607639"/>
                    <a:gd name="connsiteY34" fmla="*/ 505624 h 606722"/>
                    <a:gd name="connsiteX35" fmla="*/ 101270 w 607639"/>
                    <a:gd name="connsiteY35" fmla="*/ 493004 h 606722"/>
                    <a:gd name="connsiteX36" fmla="*/ 121298 w 607639"/>
                    <a:gd name="connsiteY36" fmla="*/ 493004 h 606722"/>
                    <a:gd name="connsiteX37" fmla="*/ 97887 w 607639"/>
                    <a:gd name="connsiteY37" fmla="*/ 469630 h 606722"/>
                    <a:gd name="connsiteX38" fmla="*/ 93526 w 607639"/>
                    <a:gd name="connsiteY38" fmla="*/ 451855 h 606722"/>
                    <a:gd name="connsiteX39" fmla="*/ 109192 w 607639"/>
                    <a:gd name="connsiteY39" fmla="*/ 442434 h 606722"/>
                    <a:gd name="connsiteX40" fmla="*/ 113910 w 607639"/>
                    <a:gd name="connsiteY40" fmla="*/ 442434 h 606722"/>
                    <a:gd name="connsiteX41" fmla="*/ 126550 w 607639"/>
                    <a:gd name="connsiteY41" fmla="*/ 429814 h 606722"/>
                    <a:gd name="connsiteX42" fmla="*/ 481054 w 607639"/>
                    <a:gd name="connsiteY42" fmla="*/ 404457 h 606722"/>
                    <a:gd name="connsiteX43" fmla="*/ 405056 w 607639"/>
                    <a:gd name="connsiteY43" fmla="*/ 480260 h 606722"/>
                    <a:gd name="connsiteX44" fmla="*/ 481054 w 607639"/>
                    <a:gd name="connsiteY44" fmla="*/ 556151 h 606722"/>
                    <a:gd name="connsiteX45" fmla="*/ 556962 w 607639"/>
                    <a:gd name="connsiteY45" fmla="*/ 480260 h 606722"/>
                    <a:gd name="connsiteX46" fmla="*/ 481054 w 607639"/>
                    <a:gd name="connsiteY46" fmla="*/ 404457 h 606722"/>
                    <a:gd name="connsiteX47" fmla="*/ 126550 w 607639"/>
                    <a:gd name="connsiteY47" fmla="*/ 404457 h 606722"/>
                    <a:gd name="connsiteX48" fmla="*/ 50615 w 607639"/>
                    <a:gd name="connsiteY48" fmla="*/ 480260 h 606722"/>
                    <a:gd name="connsiteX49" fmla="*/ 126550 w 607639"/>
                    <a:gd name="connsiteY49" fmla="*/ 556151 h 606722"/>
                    <a:gd name="connsiteX50" fmla="*/ 202574 w 607639"/>
                    <a:gd name="connsiteY50" fmla="*/ 480260 h 606722"/>
                    <a:gd name="connsiteX51" fmla="*/ 126550 w 607639"/>
                    <a:gd name="connsiteY51" fmla="*/ 404457 h 606722"/>
                    <a:gd name="connsiteX52" fmla="*/ 481054 w 607639"/>
                    <a:gd name="connsiteY52" fmla="*/ 379219 h 606722"/>
                    <a:gd name="connsiteX53" fmla="*/ 582235 w 607639"/>
                    <a:gd name="connsiteY53" fmla="*/ 480260 h 606722"/>
                    <a:gd name="connsiteX54" fmla="*/ 481054 w 607639"/>
                    <a:gd name="connsiteY54" fmla="*/ 581389 h 606722"/>
                    <a:gd name="connsiteX55" fmla="*/ 379783 w 607639"/>
                    <a:gd name="connsiteY55" fmla="*/ 480260 h 606722"/>
                    <a:gd name="connsiteX56" fmla="*/ 481054 w 607639"/>
                    <a:gd name="connsiteY56" fmla="*/ 379219 h 606722"/>
                    <a:gd name="connsiteX57" fmla="*/ 126550 w 607639"/>
                    <a:gd name="connsiteY57" fmla="*/ 379219 h 606722"/>
                    <a:gd name="connsiteX58" fmla="*/ 227856 w 607639"/>
                    <a:gd name="connsiteY58" fmla="*/ 480260 h 606722"/>
                    <a:gd name="connsiteX59" fmla="*/ 126550 w 607639"/>
                    <a:gd name="connsiteY59" fmla="*/ 581389 h 606722"/>
                    <a:gd name="connsiteX60" fmla="*/ 25333 w 607639"/>
                    <a:gd name="connsiteY60" fmla="*/ 480260 h 606722"/>
                    <a:gd name="connsiteX61" fmla="*/ 126550 w 607639"/>
                    <a:gd name="connsiteY61" fmla="*/ 379219 h 606722"/>
                    <a:gd name="connsiteX62" fmla="*/ 303775 w 607639"/>
                    <a:gd name="connsiteY62" fmla="*/ 75807 h 606722"/>
                    <a:gd name="connsiteX63" fmla="*/ 195456 w 607639"/>
                    <a:gd name="connsiteY63" fmla="*/ 97669 h 606722"/>
                    <a:gd name="connsiteX64" fmla="*/ 106895 w 607639"/>
                    <a:gd name="connsiteY64" fmla="*/ 157301 h 606722"/>
                    <a:gd name="connsiteX65" fmla="*/ 47173 w 607639"/>
                    <a:gd name="connsiteY65" fmla="*/ 245639 h 606722"/>
                    <a:gd name="connsiteX66" fmla="*/ 30440 w 607639"/>
                    <a:gd name="connsiteY66" fmla="*/ 300472 h 606722"/>
                    <a:gd name="connsiteX67" fmla="*/ 93189 w 607639"/>
                    <a:gd name="connsiteY67" fmla="*/ 286164 h 606722"/>
                    <a:gd name="connsiteX68" fmla="*/ 169021 w 607639"/>
                    <a:gd name="connsiteY68" fmla="*/ 307760 h 606722"/>
                    <a:gd name="connsiteX69" fmla="*/ 198482 w 607639"/>
                    <a:gd name="connsiteY69" fmla="*/ 331933 h 606722"/>
                    <a:gd name="connsiteX70" fmla="*/ 227943 w 607639"/>
                    <a:gd name="connsiteY70" fmla="*/ 307760 h 606722"/>
                    <a:gd name="connsiteX71" fmla="*/ 303775 w 607639"/>
                    <a:gd name="connsiteY71" fmla="*/ 286164 h 606722"/>
                    <a:gd name="connsiteX72" fmla="*/ 379608 w 607639"/>
                    <a:gd name="connsiteY72" fmla="*/ 307760 h 606722"/>
                    <a:gd name="connsiteX73" fmla="*/ 409157 w 607639"/>
                    <a:gd name="connsiteY73" fmla="*/ 331933 h 606722"/>
                    <a:gd name="connsiteX74" fmla="*/ 438618 w 607639"/>
                    <a:gd name="connsiteY74" fmla="*/ 307760 h 606722"/>
                    <a:gd name="connsiteX75" fmla="*/ 514451 w 607639"/>
                    <a:gd name="connsiteY75" fmla="*/ 286164 h 606722"/>
                    <a:gd name="connsiteX76" fmla="*/ 577199 w 607639"/>
                    <a:gd name="connsiteY76" fmla="*/ 300472 h 606722"/>
                    <a:gd name="connsiteX77" fmla="*/ 560466 w 607639"/>
                    <a:gd name="connsiteY77" fmla="*/ 245639 h 606722"/>
                    <a:gd name="connsiteX78" fmla="*/ 500744 w 607639"/>
                    <a:gd name="connsiteY78" fmla="*/ 157301 h 606722"/>
                    <a:gd name="connsiteX79" fmla="*/ 412184 w 607639"/>
                    <a:gd name="connsiteY79" fmla="*/ 97669 h 606722"/>
                    <a:gd name="connsiteX80" fmla="*/ 303775 w 607639"/>
                    <a:gd name="connsiteY80" fmla="*/ 75807 h 606722"/>
                    <a:gd name="connsiteX81" fmla="*/ 303775 w 607639"/>
                    <a:gd name="connsiteY81" fmla="*/ 0 h 606722"/>
                    <a:gd name="connsiteX82" fmla="*/ 316503 w 607639"/>
                    <a:gd name="connsiteY82" fmla="*/ 12619 h 606722"/>
                    <a:gd name="connsiteX83" fmla="*/ 316503 w 607639"/>
                    <a:gd name="connsiteY83" fmla="*/ 50834 h 606722"/>
                    <a:gd name="connsiteX84" fmla="*/ 607639 w 607639"/>
                    <a:gd name="connsiteY84" fmla="*/ 353884 h 606722"/>
                    <a:gd name="connsiteX85" fmla="*/ 607639 w 607639"/>
                    <a:gd name="connsiteY85" fmla="*/ 356639 h 606722"/>
                    <a:gd name="connsiteX86" fmla="*/ 514451 w 607639"/>
                    <a:gd name="connsiteY86" fmla="*/ 311404 h 606722"/>
                    <a:gd name="connsiteX87" fmla="*/ 409157 w 607639"/>
                    <a:gd name="connsiteY87" fmla="*/ 375480 h 606722"/>
                    <a:gd name="connsiteX88" fmla="*/ 316503 w 607639"/>
                    <a:gd name="connsiteY88" fmla="*/ 312115 h 606722"/>
                    <a:gd name="connsiteX89" fmla="*/ 316503 w 607639"/>
                    <a:gd name="connsiteY89" fmla="*/ 594014 h 606722"/>
                    <a:gd name="connsiteX90" fmla="*/ 303775 w 607639"/>
                    <a:gd name="connsiteY90" fmla="*/ 606722 h 606722"/>
                    <a:gd name="connsiteX91" fmla="*/ 291136 w 607639"/>
                    <a:gd name="connsiteY91" fmla="*/ 594014 h 606722"/>
                    <a:gd name="connsiteX92" fmla="*/ 291136 w 607639"/>
                    <a:gd name="connsiteY92" fmla="*/ 312115 h 606722"/>
                    <a:gd name="connsiteX93" fmla="*/ 198482 w 607639"/>
                    <a:gd name="connsiteY93" fmla="*/ 375480 h 606722"/>
                    <a:gd name="connsiteX94" fmla="*/ 93189 w 607639"/>
                    <a:gd name="connsiteY94" fmla="*/ 311404 h 606722"/>
                    <a:gd name="connsiteX95" fmla="*/ 0 w 607639"/>
                    <a:gd name="connsiteY95" fmla="*/ 356639 h 606722"/>
                    <a:gd name="connsiteX96" fmla="*/ 0 w 607639"/>
                    <a:gd name="connsiteY96" fmla="*/ 353884 h 606722"/>
                    <a:gd name="connsiteX97" fmla="*/ 291136 w 607639"/>
                    <a:gd name="connsiteY97" fmla="*/ 50834 h 606722"/>
                    <a:gd name="connsiteX98" fmla="*/ 291136 w 607639"/>
                    <a:gd name="connsiteY98" fmla="*/ 12619 h 606722"/>
                    <a:gd name="connsiteX99" fmla="*/ 303775 w 607639"/>
                    <a:gd name="connsiteY9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607639" h="606722">
                      <a:moveTo>
                        <a:pt x="481089" y="429814"/>
                      </a:moveTo>
                      <a:cubicBezTo>
                        <a:pt x="488032" y="429814"/>
                        <a:pt x="493728" y="435413"/>
                        <a:pt x="493728" y="442434"/>
                      </a:cubicBezTo>
                      <a:lnTo>
                        <a:pt x="506368" y="442434"/>
                      </a:lnTo>
                      <a:cubicBezTo>
                        <a:pt x="513311" y="442434"/>
                        <a:pt x="519008" y="448033"/>
                        <a:pt x="519008" y="455055"/>
                      </a:cubicBezTo>
                      <a:cubicBezTo>
                        <a:pt x="519008" y="462076"/>
                        <a:pt x="513400" y="467675"/>
                        <a:pt x="506368" y="467675"/>
                      </a:cubicBezTo>
                      <a:lnTo>
                        <a:pt x="486340" y="467675"/>
                      </a:lnTo>
                      <a:lnTo>
                        <a:pt x="509751" y="491137"/>
                      </a:lnTo>
                      <a:cubicBezTo>
                        <a:pt x="514914" y="496292"/>
                        <a:pt x="516516" y="502869"/>
                        <a:pt x="514112" y="508823"/>
                      </a:cubicBezTo>
                      <a:cubicBezTo>
                        <a:pt x="511620" y="514689"/>
                        <a:pt x="505834" y="518244"/>
                        <a:pt x="498446" y="518244"/>
                      </a:cubicBezTo>
                      <a:lnTo>
                        <a:pt x="493728" y="518244"/>
                      </a:lnTo>
                      <a:cubicBezTo>
                        <a:pt x="493728" y="525265"/>
                        <a:pt x="488032" y="530864"/>
                        <a:pt x="481089" y="530864"/>
                      </a:cubicBezTo>
                      <a:cubicBezTo>
                        <a:pt x="474057" y="530864"/>
                        <a:pt x="468360" y="525265"/>
                        <a:pt x="468360" y="518244"/>
                      </a:cubicBezTo>
                      <a:lnTo>
                        <a:pt x="455720" y="518244"/>
                      </a:lnTo>
                      <a:cubicBezTo>
                        <a:pt x="448777" y="518244"/>
                        <a:pt x="443080" y="512556"/>
                        <a:pt x="443080" y="505624"/>
                      </a:cubicBezTo>
                      <a:cubicBezTo>
                        <a:pt x="443080" y="498603"/>
                        <a:pt x="448777" y="493004"/>
                        <a:pt x="455720" y="493004"/>
                      </a:cubicBezTo>
                      <a:lnTo>
                        <a:pt x="475837" y="493004"/>
                      </a:lnTo>
                      <a:lnTo>
                        <a:pt x="452426" y="469630"/>
                      </a:lnTo>
                      <a:cubicBezTo>
                        <a:pt x="447175" y="464386"/>
                        <a:pt x="445572" y="457810"/>
                        <a:pt x="447976" y="451855"/>
                      </a:cubicBezTo>
                      <a:cubicBezTo>
                        <a:pt x="450468" y="445900"/>
                        <a:pt x="456254" y="442434"/>
                        <a:pt x="463642" y="442434"/>
                      </a:cubicBezTo>
                      <a:lnTo>
                        <a:pt x="468360" y="442434"/>
                      </a:lnTo>
                      <a:cubicBezTo>
                        <a:pt x="468360" y="435413"/>
                        <a:pt x="474057" y="429814"/>
                        <a:pt x="481089" y="429814"/>
                      </a:cubicBezTo>
                      <a:close/>
                      <a:moveTo>
                        <a:pt x="126550" y="429814"/>
                      </a:moveTo>
                      <a:cubicBezTo>
                        <a:pt x="133582" y="429814"/>
                        <a:pt x="139278" y="435413"/>
                        <a:pt x="139278" y="442434"/>
                      </a:cubicBezTo>
                      <a:lnTo>
                        <a:pt x="151918" y="442434"/>
                      </a:lnTo>
                      <a:cubicBezTo>
                        <a:pt x="158861" y="442434"/>
                        <a:pt x="164558" y="448033"/>
                        <a:pt x="164558" y="455055"/>
                      </a:cubicBezTo>
                      <a:cubicBezTo>
                        <a:pt x="164558" y="462076"/>
                        <a:pt x="158861" y="467675"/>
                        <a:pt x="151918" y="467675"/>
                      </a:cubicBezTo>
                      <a:lnTo>
                        <a:pt x="131801" y="467675"/>
                      </a:lnTo>
                      <a:lnTo>
                        <a:pt x="155301" y="491137"/>
                      </a:lnTo>
                      <a:cubicBezTo>
                        <a:pt x="160464" y="496292"/>
                        <a:pt x="162066" y="502869"/>
                        <a:pt x="159662" y="508823"/>
                      </a:cubicBezTo>
                      <a:cubicBezTo>
                        <a:pt x="157170" y="514689"/>
                        <a:pt x="151295" y="518244"/>
                        <a:pt x="143996" y="518244"/>
                      </a:cubicBezTo>
                      <a:lnTo>
                        <a:pt x="139278" y="518244"/>
                      </a:lnTo>
                      <a:cubicBezTo>
                        <a:pt x="139278" y="525265"/>
                        <a:pt x="133582" y="530864"/>
                        <a:pt x="126550" y="530864"/>
                      </a:cubicBezTo>
                      <a:cubicBezTo>
                        <a:pt x="119607" y="530864"/>
                        <a:pt x="113910" y="525265"/>
                        <a:pt x="113910" y="518244"/>
                      </a:cubicBezTo>
                      <a:lnTo>
                        <a:pt x="101270" y="518244"/>
                      </a:lnTo>
                      <a:cubicBezTo>
                        <a:pt x="94238" y="518244"/>
                        <a:pt x="88630" y="512556"/>
                        <a:pt x="88630" y="505624"/>
                      </a:cubicBezTo>
                      <a:cubicBezTo>
                        <a:pt x="88630" y="498603"/>
                        <a:pt x="94238" y="493004"/>
                        <a:pt x="101270" y="493004"/>
                      </a:cubicBezTo>
                      <a:lnTo>
                        <a:pt x="121298" y="493004"/>
                      </a:lnTo>
                      <a:lnTo>
                        <a:pt x="97887" y="469630"/>
                      </a:lnTo>
                      <a:cubicBezTo>
                        <a:pt x="92725" y="464386"/>
                        <a:pt x="91122" y="457810"/>
                        <a:pt x="93526" y="451855"/>
                      </a:cubicBezTo>
                      <a:cubicBezTo>
                        <a:pt x="96018" y="445900"/>
                        <a:pt x="101804" y="442434"/>
                        <a:pt x="109192" y="442434"/>
                      </a:cubicBezTo>
                      <a:lnTo>
                        <a:pt x="113910" y="442434"/>
                      </a:lnTo>
                      <a:cubicBezTo>
                        <a:pt x="113910" y="435413"/>
                        <a:pt x="119607" y="429814"/>
                        <a:pt x="126550" y="429814"/>
                      </a:cubicBezTo>
                      <a:close/>
                      <a:moveTo>
                        <a:pt x="481054" y="404457"/>
                      </a:moveTo>
                      <a:cubicBezTo>
                        <a:pt x="439139" y="404457"/>
                        <a:pt x="405056" y="438493"/>
                        <a:pt x="405056" y="480260"/>
                      </a:cubicBezTo>
                      <a:cubicBezTo>
                        <a:pt x="405056" y="522116"/>
                        <a:pt x="439139" y="556151"/>
                        <a:pt x="481054" y="556151"/>
                      </a:cubicBezTo>
                      <a:cubicBezTo>
                        <a:pt x="522879" y="556151"/>
                        <a:pt x="556962" y="522116"/>
                        <a:pt x="556962" y="480260"/>
                      </a:cubicBezTo>
                      <a:cubicBezTo>
                        <a:pt x="556962" y="438493"/>
                        <a:pt x="522879" y="404457"/>
                        <a:pt x="481054" y="404457"/>
                      </a:cubicBezTo>
                      <a:close/>
                      <a:moveTo>
                        <a:pt x="126550" y="404457"/>
                      </a:moveTo>
                      <a:cubicBezTo>
                        <a:pt x="84710" y="404457"/>
                        <a:pt x="50615" y="438493"/>
                        <a:pt x="50615" y="480260"/>
                      </a:cubicBezTo>
                      <a:cubicBezTo>
                        <a:pt x="50615" y="522116"/>
                        <a:pt x="84710" y="556151"/>
                        <a:pt x="126550" y="556151"/>
                      </a:cubicBezTo>
                      <a:cubicBezTo>
                        <a:pt x="168479" y="556151"/>
                        <a:pt x="202574" y="522116"/>
                        <a:pt x="202574" y="480260"/>
                      </a:cubicBezTo>
                      <a:cubicBezTo>
                        <a:pt x="202574" y="438493"/>
                        <a:pt x="168479" y="404457"/>
                        <a:pt x="126550" y="404457"/>
                      </a:cubicBezTo>
                      <a:close/>
                      <a:moveTo>
                        <a:pt x="481054" y="379219"/>
                      </a:moveTo>
                      <a:cubicBezTo>
                        <a:pt x="536939" y="379219"/>
                        <a:pt x="582235" y="424452"/>
                        <a:pt x="582235" y="480260"/>
                      </a:cubicBezTo>
                      <a:cubicBezTo>
                        <a:pt x="582235" y="536156"/>
                        <a:pt x="536939" y="581389"/>
                        <a:pt x="481054" y="581389"/>
                      </a:cubicBezTo>
                      <a:cubicBezTo>
                        <a:pt x="425079" y="581389"/>
                        <a:pt x="379783" y="536156"/>
                        <a:pt x="379783" y="480260"/>
                      </a:cubicBezTo>
                      <a:cubicBezTo>
                        <a:pt x="379783" y="424452"/>
                        <a:pt x="425079" y="379219"/>
                        <a:pt x="481054" y="379219"/>
                      </a:cubicBezTo>
                      <a:close/>
                      <a:moveTo>
                        <a:pt x="126550" y="379219"/>
                      </a:moveTo>
                      <a:cubicBezTo>
                        <a:pt x="182544" y="379219"/>
                        <a:pt x="227856" y="424452"/>
                        <a:pt x="227856" y="480260"/>
                      </a:cubicBezTo>
                      <a:cubicBezTo>
                        <a:pt x="227856" y="536156"/>
                        <a:pt x="182544" y="581389"/>
                        <a:pt x="126550" y="581389"/>
                      </a:cubicBezTo>
                      <a:cubicBezTo>
                        <a:pt x="70645" y="581389"/>
                        <a:pt x="25333" y="536156"/>
                        <a:pt x="25333" y="480260"/>
                      </a:cubicBezTo>
                      <a:cubicBezTo>
                        <a:pt x="25333" y="424452"/>
                        <a:pt x="70645" y="379219"/>
                        <a:pt x="126550" y="379219"/>
                      </a:cubicBezTo>
                      <a:close/>
                      <a:moveTo>
                        <a:pt x="303775" y="75807"/>
                      </a:moveTo>
                      <a:cubicBezTo>
                        <a:pt x="266215" y="75807"/>
                        <a:pt x="229723" y="83183"/>
                        <a:pt x="195456" y="97669"/>
                      </a:cubicBezTo>
                      <a:cubicBezTo>
                        <a:pt x="162257" y="111711"/>
                        <a:pt x="132440" y="131707"/>
                        <a:pt x="106895" y="157301"/>
                      </a:cubicBezTo>
                      <a:cubicBezTo>
                        <a:pt x="81351" y="182807"/>
                        <a:pt x="61236" y="212579"/>
                        <a:pt x="47173" y="245639"/>
                      </a:cubicBezTo>
                      <a:cubicBezTo>
                        <a:pt x="39696" y="263413"/>
                        <a:pt x="34089" y="281721"/>
                        <a:pt x="30440" y="300472"/>
                      </a:cubicBezTo>
                      <a:cubicBezTo>
                        <a:pt x="50110" y="290963"/>
                        <a:pt x="71204" y="286164"/>
                        <a:pt x="93189" y="286164"/>
                      </a:cubicBezTo>
                      <a:cubicBezTo>
                        <a:pt x="120068" y="286164"/>
                        <a:pt x="146325" y="293629"/>
                        <a:pt x="169021" y="307760"/>
                      </a:cubicBezTo>
                      <a:cubicBezTo>
                        <a:pt x="179880" y="314514"/>
                        <a:pt x="189848" y="322690"/>
                        <a:pt x="198482" y="331933"/>
                      </a:cubicBezTo>
                      <a:cubicBezTo>
                        <a:pt x="207115" y="322690"/>
                        <a:pt x="217084" y="314514"/>
                        <a:pt x="227943" y="307760"/>
                      </a:cubicBezTo>
                      <a:cubicBezTo>
                        <a:pt x="250728" y="293629"/>
                        <a:pt x="276896" y="286164"/>
                        <a:pt x="303775" y="286164"/>
                      </a:cubicBezTo>
                      <a:cubicBezTo>
                        <a:pt x="330655" y="286164"/>
                        <a:pt x="356911" y="293629"/>
                        <a:pt x="379608" y="307760"/>
                      </a:cubicBezTo>
                      <a:cubicBezTo>
                        <a:pt x="390555" y="314514"/>
                        <a:pt x="400435" y="322690"/>
                        <a:pt x="409157" y="331933"/>
                      </a:cubicBezTo>
                      <a:cubicBezTo>
                        <a:pt x="417791" y="322690"/>
                        <a:pt x="427670" y="314514"/>
                        <a:pt x="438618" y="307760"/>
                      </a:cubicBezTo>
                      <a:cubicBezTo>
                        <a:pt x="461314" y="293629"/>
                        <a:pt x="487571" y="286164"/>
                        <a:pt x="514451" y="286164"/>
                      </a:cubicBezTo>
                      <a:cubicBezTo>
                        <a:pt x="536435" y="286164"/>
                        <a:pt x="557529" y="290963"/>
                        <a:pt x="577199" y="300472"/>
                      </a:cubicBezTo>
                      <a:cubicBezTo>
                        <a:pt x="573550" y="281721"/>
                        <a:pt x="567943" y="263413"/>
                        <a:pt x="560466" y="245639"/>
                      </a:cubicBezTo>
                      <a:cubicBezTo>
                        <a:pt x="546404" y="212579"/>
                        <a:pt x="526288" y="182807"/>
                        <a:pt x="500744" y="157301"/>
                      </a:cubicBezTo>
                      <a:cubicBezTo>
                        <a:pt x="475199" y="131707"/>
                        <a:pt x="445383" y="111711"/>
                        <a:pt x="412184" y="97669"/>
                      </a:cubicBezTo>
                      <a:cubicBezTo>
                        <a:pt x="377917" y="83183"/>
                        <a:pt x="341424" y="75807"/>
                        <a:pt x="303775" y="75807"/>
                      </a:cubicBezTo>
                      <a:close/>
                      <a:moveTo>
                        <a:pt x="303775" y="0"/>
                      </a:moveTo>
                      <a:cubicBezTo>
                        <a:pt x="310807" y="0"/>
                        <a:pt x="316503" y="5687"/>
                        <a:pt x="316503" y="12619"/>
                      </a:cubicBezTo>
                      <a:lnTo>
                        <a:pt x="316503" y="50834"/>
                      </a:lnTo>
                      <a:cubicBezTo>
                        <a:pt x="478403" y="57410"/>
                        <a:pt x="607639" y="190628"/>
                        <a:pt x="607639" y="353884"/>
                      </a:cubicBezTo>
                      <a:lnTo>
                        <a:pt x="607639" y="356639"/>
                      </a:lnTo>
                      <a:cubicBezTo>
                        <a:pt x="585922" y="329089"/>
                        <a:pt x="552278" y="311404"/>
                        <a:pt x="514451" y="311404"/>
                      </a:cubicBezTo>
                      <a:cubicBezTo>
                        <a:pt x="468613" y="311404"/>
                        <a:pt x="428828" y="337443"/>
                        <a:pt x="409157" y="375480"/>
                      </a:cubicBezTo>
                      <a:cubicBezTo>
                        <a:pt x="391267" y="340998"/>
                        <a:pt x="356911" y="316380"/>
                        <a:pt x="316503" y="312115"/>
                      </a:cubicBezTo>
                      <a:lnTo>
                        <a:pt x="316503" y="594014"/>
                      </a:lnTo>
                      <a:cubicBezTo>
                        <a:pt x="316503" y="601034"/>
                        <a:pt x="310807" y="606722"/>
                        <a:pt x="303775" y="606722"/>
                      </a:cubicBezTo>
                      <a:cubicBezTo>
                        <a:pt x="296833" y="606722"/>
                        <a:pt x="291136" y="601034"/>
                        <a:pt x="291136" y="594014"/>
                      </a:cubicBezTo>
                      <a:lnTo>
                        <a:pt x="291136" y="312115"/>
                      </a:lnTo>
                      <a:cubicBezTo>
                        <a:pt x="250728" y="316380"/>
                        <a:pt x="216372" y="340998"/>
                        <a:pt x="198482" y="375480"/>
                      </a:cubicBezTo>
                      <a:cubicBezTo>
                        <a:pt x="178812" y="337443"/>
                        <a:pt x="139026" y="311404"/>
                        <a:pt x="93189" y="311404"/>
                      </a:cubicBezTo>
                      <a:cubicBezTo>
                        <a:pt x="55361" y="311404"/>
                        <a:pt x="21717" y="329089"/>
                        <a:pt x="0" y="356639"/>
                      </a:cubicBezTo>
                      <a:lnTo>
                        <a:pt x="0" y="353884"/>
                      </a:lnTo>
                      <a:cubicBezTo>
                        <a:pt x="0" y="190628"/>
                        <a:pt x="129236" y="57410"/>
                        <a:pt x="291136" y="50834"/>
                      </a:cubicBezTo>
                      <a:lnTo>
                        <a:pt x="291136" y="12619"/>
                      </a:lnTo>
                      <a:cubicBezTo>
                        <a:pt x="291136" y="5687"/>
                        <a:pt x="296833"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lang="zh-CN" altLang="en-US" sz="1350" dirty="0">
                    <a:solidFill>
                      <a:prstClr val="white"/>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grpSp>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6" presetClass="entr" presetSubtype="16" dur="2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flipH="1">
            <a:off x="1114064" y="1804695"/>
            <a:ext cx="9963871" cy="4084756"/>
            <a:chOff x="1114064" y="1964184"/>
            <a:chExt cx="9963871" cy="4084756"/>
          </a:xfrm>
        </p:grpSpPr>
        <p:grpSp>
          <p:nvGrpSpPr>
            <p:cNvPr id="2" name="图形"/>
            <p:cNvGrpSpPr/>
            <p:nvPr>
              <p:custDataLst>
                <p:tags r:id="rId2"/>
              </p:custDataLst>
            </p:nvPr>
          </p:nvGrpSpPr>
          <p:grpSpPr>
            <a:xfrm>
              <a:off x="1114064" y="1983725"/>
              <a:ext cx="9963871" cy="4065215"/>
              <a:chOff x="-4305" y="2581"/>
              <a:chExt cx="14920" cy="6087"/>
            </a:xfrm>
          </p:grpSpPr>
          <p:sp>
            <p:nvSpPr>
              <p:cNvPr id="9" name="图形"/>
              <p:cNvSpPr/>
              <p:nvPr>
                <p:custDataLst>
                  <p:tags r:id="rId4"/>
                </p:custDataLst>
              </p:nvPr>
            </p:nvSpPr>
            <p:spPr>
              <a:xfrm>
                <a:off x="2057" y="4316"/>
                <a:ext cx="7795" cy="1108"/>
              </a:xfrm>
              <a:prstGeom prst="roundRect">
                <a:avLst>
                  <a:gd name="adj" fmla="val 50000"/>
                </a:avLst>
              </a:prstGeom>
              <a:gradFill>
                <a:gsLst>
                  <a:gs pos="17000">
                    <a:schemeClr val="bg1">
                      <a:alpha val="0"/>
                    </a:schemeClr>
                  </a:gs>
                  <a:gs pos="99000">
                    <a:schemeClr val="bg1">
                      <a:lumMod val="95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1" name="图形"/>
              <p:cNvSpPr/>
              <p:nvPr>
                <p:custDataLst>
                  <p:tags r:id="rId5"/>
                </p:custDataLst>
              </p:nvPr>
            </p:nvSpPr>
            <p:spPr>
              <a:xfrm>
                <a:off x="2225" y="2630"/>
                <a:ext cx="861" cy="861"/>
              </a:xfrm>
              <a:prstGeom prst="ellipse">
                <a:avLst/>
              </a:pr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2" name="图形"/>
              <p:cNvSpPr/>
              <p:nvPr>
                <p:custDataLst>
                  <p:tags r:id="rId6"/>
                </p:custDataLst>
              </p:nvPr>
            </p:nvSpPr>
            <p:spPr>
              <a:xfrm>
                <a:off x="2225" y="6231"/>
                <a:ext cx="861" cy="861"/>
              </a:xfrm>
              <a:prstGeom prst="ellipse">
                <a:avLst/>
              </a:pr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nvGrpSpPr>
              <p:cNvPr id="13" name="组合 12"/>
              <p:cNvGrpSpPr/>
              <p:nvPr/>
            </p:nvGrpSpPr>
            <p:grpSpPr>
              <a:xfrm>
                <a:off x="2225" y="4423"/>
                <a:ext cx="861" cy="861"/>
                <a:chOff x="1809607" y="4611216"/>
                <a:chExt cx="546847" cy="546847"/>
              </a:xfrm>
              <a:solidFill>
                <a:schemeClr val="bg2">
                  <a:lumMod val="95000"/>
                </a:schemeClr>
              </a:solidFill>
            </p:grpSpPr>
            <p:sp>
              <p:nvSpPr>
                <p:cNvPr id="14" name="图形"/>
                <p:cNvSpPr/>
                <p:nvPr>
                  <p:custDataLst>
                    <p:tags r:id="rId14"/>
                  </p:custDataLst>
                </p:nvPr>
              </p:nvSpPr>
              <p:spPr>
                <a:xfrm>
                  <a:off x="1809607" y="4611216"/>
                  <a:ext cx="546847" cy="546847"/>
                </a:xfrm>
                <a:prstGeom prst="ellipse">
                  <a:avLst/>
                </a:pr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nvGrpSpPr>
                <p:cNvPr id="15" name="组合 14"/>
                <p:cNvGrpSpPr/>
                <p:nvPr/>
              </p:nvGrpSpPr>
              <p:grpSpPr>
                <a:xfrm>
                  <a:off x="2116562" y="4884640"/>
                  <a:ext cx="14876" cy="104130"/>
                  <a:chOff x="9572413" y="3302191"/>
                  <a:chExt cx="30162" cy="211138"/>
                </a:xfrm>
                <a:grpFill/>
              </p:grpSpPr>
              <p:sp>
                <p:nvSpPr>
                  <p:cNvPr id="18" name="图形"/>
                  <p:cNvSpPr>
                    <a:spLocks noChangeArrowheads="1"/>
                  </p:cNvSpPr>
                  <p:nvPr>
                    <p:custDataLst>
                      <p:tags r:id="rId15"/>
                    </p:custDataLst>
                  </p:nvPr>
                </p:nvSpPr>
                <p:spPr bwMode="auto">
                  <a:xfrm>
                    <a:off x="9572413" y="3483166"/>
                    <a:ext cx="30162" cy="301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dirty="0">
                      <a:solidFill>
                        <a:prstClr val="black"/>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9" name="图形"/>
                  <p:cNvSpPr>
                    <a:spLocks noChangeArrowheads="1"/>
                  </p:cNvSpPr>
                  <p:nvPr>
                    <p:custDataLst>
                      <p:tags r:id="rId16"/>
                    </p:custDataLst>
                  </p:nvPr>
                </p:nvSpPr>
                <p:spPr bwMode="auto">
                  <a:xfrm>
                    <a:off x="9572413" y="3392679"/>
                    <a:ext cx="30162" cy="301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dirty="0">
                      <a:solidFill>
                        <a:prstClr val="black"/>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0" name="图形"/>
                  <p:cNvSpPr>
                    <a:spLocks noChangeArrowheads="1"/>
                  </p:cNvSpPr>
                  <p:nvPr>
                    <p:custDataLst>
                      <p:tags r:id="rId17"/>
                    </p:custDataLst>
                  </p:nvPr>
                </p:nvSpPr>
                <p:spPr bwMode="auto">
                  <a:xfrm>
                    <a:off x="9572413" y="3302191"/>
                    <a:ext cx="30162" cy="301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dirty="0">
                      <a:solidFill>
                        <a:prstClr val="black"/>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sp>
            <p:nvSpPr>
              <p:cNvPr id="21" name="图形"/>
              <p:cNvSpPr txBox="1"/>
              <p:nvPr>
                <p:custDataLst>
                  <p:tags r:id="rId7"/>
                </p:custDataLst>
              </p:nvPr>
            </p:nvSpPr>
            <p:spPr>
              <a:xfrm>
                <a:off x="3272" y="2581"/>
                <a:ext cx="6373" cy="106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p>
            </p:txBody>
          </p:sp>
          <p:sp>
            <p:nvSpPr>
              <p:cNvPr id="22" name="图形"/>
              <p:cNvSpPr txBox="1"/>
              <p:nvPr>
                <p:custDataLst>
                  <p:tags r:id="rId8"/>
                </p:custDataLst>
              </p:nvPr>
            </p:nvSpPr>
            <p:spPr>
              <a:xfrm>
                <a:off x="3231" y="4283"/>
                <a:ext cx="6249" cy="106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p>
            </p:txBody>
          </p:sp>
          <p:sp>
            <p:nvSpPr>
              <p:cNvPr id="23" name="图形"/>
              <p:cNvSpPr txBox="1"/>
              <p:nvPr>
                <p:custDataLst>
                  <p:tags r:id="rId9"/>
                </p:custDataLst>
              </p:nvPr>
            </p:nvSpPr>
            <p:spPr>
              <a:xfrm>
                <a:off x="3231" y="6080"/>
                <a:ext cx="6373" cy="106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a:t>
                </a:r>
              </a:p>
            </p:txBody>
          </p:sp>
          <p:sp>
            <p:nvSpPr>
              <p:cNvPr id="24" name="图形"/>
              <p:cNvSpPr txBox="1"/>
              <p:nvPr>
                <p:custDataLst>
                  <p:tags r:id="rId10"/>
                </p:custDataLst>
              </p:nvPr>
            </p:nvSpPr>
            <p:spPr>
              <a:xfrm>
                <a:off x="-4305" y="7607"/>
                <a:ext cx="14920" cy="106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请在此添加您的文本，文字数量简洁明了即可，不需太过冗长，请在此添加您的文本，文字数量简洁明了即可，不需太过冗长，</a:t>
                </a:r>
              </a:p>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25" name="图形"/>
              <p:cNvSpPr txBox="1"/>
              <p:nvPr>
                <p:custDataLst>
                  <p:tags r:id="rId11"/>
                </p:custDataLst>
              </p:nvPr>
            </p:nvSpPr>
            <p:spPr>
              <a:xfrm>
                <a:off x="2373" y="2681"/>
                <a:ext cx="564" cy="68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A</a:t>
                </a:r>
              </a:p>
            </p:txBody>
          </p:sp>
          <p:sp>
            <p:nvSpPr>
              <p:cNvPr id="26" name="图形"/>
              <p:cNvSpPr txBox="1"/>
              <p:nvPr>
                <p:custDataLst>
                  <p:tags r:id="rId12"/>
                </p:custDataLst>
              </p:nvPr>
            </p:nvSpPr>
            <p:spPr>
              <a:xfrm>
                <a:off x="2373" y="4509"/>
                <a:ext cx="564" cy="68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B</a:t>
                </a:r>
              </a:p>
            </p:txBody>
          </p:sp>
          <p:sp>
            <p:nvSpPr>
              <p:cNvPr id="28" name="图形"/>
              <p:cNvSpPr txBox="1"/>
              <p:nvPr>
                <p:custDataLst>
                  <p:tags r:id="rId13"/>
                </p:custDataLst>
              </p:nvPr>
            </p:nvSpPr>
            <p:spPr>
              <a:xfrm>
                <a:off x="2373" y="6298"/>
                <a:ext cx="564" cy="68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C</a:t>
                </a:r>
              </a:p>
            </p:txBody>
          </p:sp>
        </p:grpSp>
        <p:pic>
          <p:nvPicPr>
            <p:cNvPr id="5" name="图形"/>
            <p:cNvPicPr>
              <a:picLocks noChangeAspect="1"/>
            </p:cNvPicPr>
            <p:nvPr>
              <p:custDataLst>
                <p:tags r:id="rId3"/>
              </p:custDataLst>
            </p:nvPr>
          </p:nvPicPr>
          <p:blipFill>
            <a:blip r:embed="rId19" cstate="email">
              <a:extLst>
                <a:ext uri="{28A0092B-C50C-407E-A947-70E740481C1C}">
                  <a14:useLocalDpi xmlns:a14="http://schemas.microsoft.com/office/drawing/2010/main"/>
                </a:ext>
              </a:extLst>
            </a:blip>
            <a:srcRect/>
            <a:stretch>
              <a:fillRect/>
            </a:stretch>
          </p:blipFill>
          <p:spPr>
            <a:xfrm>
              <a:off x="1589127" y="1964184"/>
              <a:ext cx="3203731" cy="3204193"/>
            </a:xfrm>
            <a:prstGeom prst="ellipse">
              <a:avLst/>
            </a:prstGeom>
          </p:spPr>
        </p:pic>
      </p:grpSp>
      <p:sp>
        <p:nvSpPr>
          <p:cNvPr id="6" name="文本框 5"/>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6" presetClass="entr" presetSubtype="16" dur="2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2"/>
          <p:cNvSpPr/>
          <p:nvPr/>
        </p:nvSpPr>
        <p:spPr>
          <a:xfrm>
            <a:off x="796635" y="1318227"/>
            <a:ext cx="2533822" cy="4522168"/>
          </a:xfrm>
          <a:prstGeom prst="round2SameRect">
            <a:avLst>
              <a:gd name="adj1" fmla="val 50000"/>
              <a:gd name="adj2" fmla="val 0"/>
            </a:avLst>
          </a:prstGeom>
          <a:gradFill>
            <a:gsLst>
              <a:gs pos="31000">
                <a:schemeClr val="bg1">
                  <a:alpha val="0"/>
                </a:schemeClr>
              </a:gs>
              <a:gs pos="99000">
                <a:schemeClr val="bg1">
                  <a:lumMod val="9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nvGrpSpPr>
          <p:cNvPr id="325" name="组合 324"/>
          <p:cNvGrpSpPr/>
          <p:nvPr/>
        </p:nvGrpSpPr>
        <p:grpSpPr>
          <a:xfrm>
            <a:off x="1828741" y="1690170"/>
            <a:ext cx="469610" cy="580061"/>
            <a:chOff x="5346701" y="4424363"/>
            <a:chExt cx="573088" cy="728663"/>
          </a:xfrm>
          <a:solidFill>
            <a:srgbClr val="EA7912"/>
          </a:solidFill>
        </p:grpSpPr>
        <p:sp>
          <p:nvSpPr>
            <p:cNvPr id="326" name="Freeform 98"/>
            <p:cNvSpPr/>
            <p:nvPr/>
          </p:nvSpPr>
          <p:spPr bwMode="auto">
            <a:xfrm>
              <a:off x="5472113" y="4424363"/>
              <a:ext cx="312738" cy="388938"/>
            </a:xfrm>
            <a:custGeom>
              <a:avLst/>
              <a:gdLst>
                <a:gd name="T0" fmla="*/ 100 w 107"/>
                <a:gd name="T1" fmla="*/ 52 h 133"/>
                <a:gd name="T2" fmla="*/ 100 w 107"/>
                <a:gd name="T3" fmla="*/ 44 h 133"/>
                <a:gd name="T4" fmla="*/ 55 w 107"/>
                <a:gd name="T5" fmla="*/ 0 h 133"/>
                <a:gd name="T6" fmla="*/ 53 w 107"/>
                <a:gd name="T7" fmla="*/ 0 h 133"/>
                <a:gd name="T8" fmla="*/ 7 w 107"/>
                <a:gd name="T9" fmla="*/ 44 h 133"/>
                <a:gd name="T10" fmla="*/ 7 w 107"/>
                <a:gd name="T11" fmla="*/ 52 h 133"/>
                <a:gd name="T12" fmla="*/ 0 w 107"/>
                <a:gd name="T13" fmla="*/ 59 h 133"/>
                <a:gd name="T14" fmla="*/ 0 w 107"/>
                <a:gd name="T15" fmla="*/ 76 h 133"/>
                <a:gd name="T16" fmla="*/ 7 w 107"/>
                <a:gd name="T17" fmla="*/ 82 h 133"/>
                <a:gd name="T18" fmla="*/ 7 w 107"/>
                <a:gd name="T19" fmla="*/ 82 h 133"/>
                <a:gd name="T20" fmla="*/ 53 w 107"/>
                <a:gd name="T21" fmla="*/ 133 h 133"/>
                <a:gd name="T22" fmla="*/ 55 w 107"/>
                <a:gd name="T23" fmla="*/ 133 h 133"/>
                <a:gd name="T24" fmla="*/ 100 w 107"/>
                <a:gd name="T25" fmla="*/ 82 h 133"/>
                <a:gd name="T26" fmla="*/ 100 w 107"/>
                <a:gd name="T27" fmla="*/ 82 h 133"/>
                <a:gd name="T28" fmla="*/ 107 w 107"/>
                <a:gd name="T29" fmla="*/ 76 h 133"/>
                <a:gd name="T30" fmla="*/ 107 w 107"/>
                <a:gd name="T31" fmla="*/ 59 h 133"/>
                <a:gd name="T32" fmla="*/ 100 w 107"/>
                <a:gd name="T33" fmla="*/ 5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133">
                  <a:moveTo>
                    <a:pt x="100" y="52"/>
                  </a:moveTo>
                  <a:cubicBezTo>
                    <a:pt x="100" y="48"/>
                    <a:pt x="100" y="45"/>
                    <a:pt x="100" y="44"/>
                  </a:cubicBezTo>
                  <a:cubicBezTo>
                    <a:pt x="100" y="28"/>
                    <a:pt x="89" y="0"/>
                    <a:pt x="55" y="0"/>
                  </a:cubicBezTo>
                  <a:cubicBezTo>
                    <a:pt x="53" y="0"/>
                    <a:pt x="53" y="0"/>
                    <a:pt x="53" y="0"/>
                  </a:cubicBezTo>
                  <a:cubicBezTo>
                    <a:pt x="16" y="0"/>
                    <a:pt x="7" y="28"/>
                    <a:pt x="7" y="44"/>
                  </a:cubicBezTo>
                  <a:cubicBezTo>
                    <a:pt x="7" y="45"/>
                    <a:pt x="7" y="48"/>
                    <a:pt x="7" y="52"/>
                  </a:cubicBezTo>
                  <a:cubicBezTo>
                    <a:pt x="3" y="52"/>
                    <a:pt x="0" y="55"/>
                    <a:pt x="0" y="59"/>
                  </a:cubicBezTo>
                  <a:cubicBezTo>
                    <a:pt x="0" y="76"/>
                    <a:pt x="0" y="76"/>
                    <a:pt x="0" y="76"/>
                  </a:cubicBezTo>
                  <a:cubicBezTo>
                    <a:pt x="0" y="79"/>
                    <a:pt x="3" y="82"/>
                    <a:pt x="7" y="82"/>
                  </a:cubicBezTo>
                  <a:cubicBezTo>
                    <a:pt x="7" y="82"/>
                    <a:pt x="7" y="82"/>
                    <a:pt x="7" y="82"/>
                  </a:cubicBezTo>
                  <a:cubicBezTo>
                    <a:pt x="10" y="106"/>
                    <a:pt x="38" y="133"/>
                    <a:pt x="53" y="133"/>
                  </a:cubicBezTo>
                  <a:cubicBezTo>
                    <a:pt x="55" y="133"/>
                    <a:pt x="55" y="133"/>
                    <a:pt x="55" y="133"/>
                  </a:cubicBezTo>
                  <a:cubicBezTo>
                    <a:pt x="70" y="133"/>
                    <a:pt x="97" y="106"/>
                    <a:pt x="100" y="82"/>
                  </a:cubicBezTo>
                  <a:cubicBezTo>
                    <a:pt x="100" y="82"/>
                    <a:pt x="100" y="82"/>
                    <a:pt x="100" y="82"/>
                  </a:cubicBezTo>
                  <a:cubicBezTo>
                    <a:pt x="104" y="82"/>
                    <a:pt x="107" y="79"/>
                    <a:pt x="107" y="76"/>
                  </a:cubicBezTo>
                  <a:cubicBezTo>
                    <a:pt x="107" y="59"/>
                    <a:pt x="107" y="59"/>
                    <a:pt x="107" y="59"/>
                  </a:cubicBezTo>
                  <a:cubicBezTo>
                    <a:pt x="107" y="55"/>
                    <a:pt x="104" y="52"/>
                    <a:pt x="10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27" name="Freeform 99"/>
            <p:cNvSpPr/>
            <p:nvPr/>
          </p:nvSpPr>
          <p:spPr bwMode="auto">
            <a:xfrm>
              <a:off x="5346701" y="4851401"/>
              <a:ext cx="285750" cy="301625"/>
            </a:xfrm>
            <a:custGeom>
              <a:avLst/>
              <a:gdLst>
                <a:gd name="T0" fmla="*/ 51 w 98"/>
                <a:gd name="T1" fmla="*/ 0 h 103"/>
                <a:gd name="T2" fmla="*/ 0 w 98"/>
                <a:gd name="T3" fmla="*/ 51 h 103"/>
                <a:gd name="T4" fmla="*/ 0 w 98"/>
                <a:gd name="T5" fmla="*/ 103 h 103"/>
                <a:gd name="T6" fmla="*/ 98 w 98"/>
                <a:gd name="T7" fmla="*/ 103 h 103"/>
                <a:gd name="T8" fmla="*/ 53 w 98"/>
                <a:gd name="T9" fmla="*/ 0 h 103"/>
                <a:gd name="T10" fmla="*/ 51 w 98"/>
                <a:gd name="T11" fmla="*/ 0 h 103"/>
              </a:gdLst>
              <a:ahLst/>
              <a:cxnLst>
                <a:cxn ang="0">
                  <a:pos x="T0" y="T1"/>
                </a:cxn>
                <a:cxn ang="0">
                  <a:pos x="T2" y="T3"/>
                </a:cxn>
                <a:cxn ang="0">
                  <a:pos x="T4" y="T5"/>
                </a:cxn>
                <a:cxn ang="0">
                  <a:pos x="T6" y="T7"/>
                </a:cxn>
                <a:cxn ang="0">
                  <a:pos x="T8" y="T9"/>
                </a:cxn>
                <a:cxn ang="0">
                  <a:pos x="T10" y="T11"/>
                </a:cxn>
              </a:cxnLst>
              <a:rect l="0" t="0" r="r" b="b"/>
              <a:pathLst>
                <a:path w="98" h="103">
                  <a:moveTo>
                    <a:pt x="51" y="0"/>
                  </a:moveTo>
                  <a:cubicBezTo>
                    <a:pt x="23" y="0"/>
                    <a:pt x="0" y="23"/>
                    <a:pt x="0" y="51"/>
                  </a:cubicBezTo>
                  <a:cubicBezTo>
                    <a:pt x="0" y="103"/>
                    <a:pt x="0" y="103"/>
                    <a:pt x="0" y="103"/>
                  </a:cubicBezTo>
                  <a:cubicBezTo>
                    <a:pt x="98" y="103"/>
                    <a:pt x="98" y="103"/>
                    <a:pt x="98" y="103"/>
                  </a:cubicBezTo>
                  <a:cubicBezTo>
                    <a:pt x="53" y="0"/>
                    <a:pt x="53" y="0"/>
                    <a:pt x="53" y="0"/>
                  </a:cubicBezTo>
                  <a:lnTo>
                    <a:pt x="5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28" name="Freeform 100"/>
            <p:cNvSpPr/>
            <p:nvPr/>
          </p:nvSpPr>
          <p:spPr bwMode="auto">
            <a:xfrm>
              <a:off x="5632451" y="4851401"/>
              <a:ext cx="287338" cy="301625"/>
            </a:xfrm>
            <a:custGeom>
              <a:avLst/>
              <a:gdLst>
                <a:gd name="T0" fmla="*/ 47 w 98"/>
                <a:gd name="T1" fmla="*/ 0 h 103"/>
                <a:gd name="T2" fmla="*/ 42 w 98"/>
                <a:gd name="T3" fmla="*/ 0 h 103"/>
                <a:gd name="T4" fmla="*/ 0 w 98"/>
                <a:gd name="T5" fmla="*/ 103 h 103"/>
                <a:gd name="T6" fmla="*/ 98 w 98"/>
                <a:gd name="T7" fmla="*/ 103 h 103"/>
                <a:gd name="T8" fmla="*/ 98 w 98"/>
                <a:gd name="T9" fmla="*/ 51 h 103"/>
                <a:gd name="T10" fmla="*/ 47 w 98"/>
                <a:gd name="T11" fmla="*/ 0 h 103"/>
              </a:gdLst>
              <a:ahLst/>
              <a:cxnLst>
                <a:cxn ang="0">
                  <a:pos x="T0" y="T1"/>
                </a:cxn>
                <a:cxn ang="0">
                  <a:pos x="T2" y="T3"/>
                </a:cxn>
                <a:cxn ang="0">
                  <a:pos x="T4" y="T5"/>
                </a:cxn>
                <a:cxn ang="0">
                  <a:pos x="T6" y="T7"/>
                </a:cxn>
                <a:cxn ang="0">
                  <a:pos x="T8" y="T9"/>
                </a:cxn>
                <a:cxn ang="0">
                  <a:pos x="T10" y="T11"/>
                </a:cxn>
              </a:cxnLst>
              <a:rect l="0" t="0" r="r" b="b"/>
              <a:pathLst>
                <a:path w="98" h="103">
                  <a:moveTo>
                    <a:pt x="47" y="0"/>
                  </a:moveTo>
                  <a:cubicBezTo>
                    <a:pt x="42" y="0"/>
                    <a:pt x="42" y="0"/>
                    <a:pt x="42" y="0"/>
                  </a:cubicBezTo>
                  <a:cubicBezTo>
                    <a:pt x="0" y="103"/>
                    <a:pt x="0" y="103"/>
                    <a:pt x="0" y="103"/>
                  </a:cubicBezTo>
                  <a:cubicBezTo>
                    <a:pt x="98" y="103"/>
                    <a:pt x="98" y="103"/>
                    <a:pt x="98" y="103"/>
                  </a:cubicBezTo>
                  <a:cubicBezTo>
                    <a:pt x="98" y="51"/>
                    <a:pt x="98" y="51"/>
                    <a:pt x="98" y="51"/>
                  </a:cubicBezTo>
                  <a:cubicBezTo>
                    <a:pt x="98" y="23"/>
                    <a:pt x="75" y="0"/>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29" name="Freeform 101"/>
            <p:cNvSpPr/>
            <p:nvPr/>
          </p:nvSpPr>
          <p:spPr bwMode="auto">
            <a:xfrm>
              <a:off x="5554663" y="4822826"/>
              <a:ext cx="76200" cy="87313"/>
            </a:xfrm>
            <a:custGeom>
              <a:avLst/>
              <a:gdLst>
                <a:gd name="T0" fmla="*/ 48 w 48"/>
                <a:gd name="T1" fmla="*/ 28 h 55"/>
                <a:gd name="T2" fmla="*/ 0 w 48"/>
                <a:gd name="T3" fmla="*/ 0 h 55"/>
                <a:gd name="T4" fmla="*/ 0 w 48"/>
                <a:gd name="T5" fmla="*/ 55 h 55"/>
                <a:gd name="T6" fmla="*/ 48 w 48"/>
                <a:gd name="T7" fmla="*/ 28 h 55"/>
              </a:gdLst>
              <a:ahLst/>
              <a:cxnLst>
                <a:cxn ang="0">
                  <a:pos x="T0" y="T1"/>
                </a:cxn>
                <a:cxn ang="0">
                  <a:pos x="T2" y="T3"/>
                </a:cxn>
                <a:cxn ang="0">
                  <a:pos x="T4" y="T5"/>
                </a:cxn>
                <a:cxn ang="0">
                  <a:pos x="T6" y="T7"/>
                </a:cxn>
              </a:cxnLst>
              <a:rect l="0" t="0" r="r" b="b"/>
              <a:pathLst>
                <a:path w="48" h="55">
                  <a:moveTo>
                    <a:pt x="48" y="28"/>
                  </a:moveTo>
                  <a:lnTo>
                    <a:pt x="0" y="0"/>
                  </a:lnTo>
                  <a:lnTo>
                    <a:pt x="0" y="55"/>
                  </a:lnTo>
                  <a:lnTo>
                    <a:pt x="48" y="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30" name="Freeform 102"/>
            <p:cNvSpPr/>
            <p:nvPr/>
          </p:nvSpPr>
          <p:spPr bwMode="auto">
            <a:xfrm>
              <a:off x="5630863" y="4822826"/>
              <a:ext cx="74613" cy="87313"/>
            </a:xfrm>
            <a:custGeom>
              <a:avLst/>
              <a:gdLst>
                <a:gd name="T0" fmla="*/ 0 w 47"/>
                <a:gd name="T1" fmla="*/ 28 h 55"/>
                <a:gd name="T2" fmla="*/ 47 w 47"/>
                <a:gd name="T3" fmla="*/ 0 h 55"/>
                <a:gd name="T4" fmla="*/ 47 w 47"/>
                <a:gd name="T5" fmla="*/ 55 h 55"/>
                <a:gd name="T6" fmla="*/ 0 w 47"/>
                <a:gd name="T7" fmla="*/ 28 h 55"/>
              </a:gdLst>
              <a:ahLst/>
              <a:cxnLst>
                <a:cxn ang="0">
                  <a:pos x="T0" y="T1"/>
                </a:cxn>
                <a:cxn ang="0">
                  <a:pos x="T2" y="T3"/>
                </a:cxn>
                <a:cxn ang="0">
                  <a:pos x="T4" y="T5"/>
                </a:cxn>
                <a:cxn ang="0">
                  <a:pos x="T6" y="T7"/>
                </a:cxn>
              </a:cxnLst>
              <a:rect l="0" t="0" r="r" b="b"/>
              <a:pathLst>
                <a:path w="47" h="55">
                  <a:moveTo>
                    <a:pt x="0" y="28"/>
                  </a:moveTo>
                  <a:lnTo>
                    <a:pt x="47" y="0"/>
                  </a:lnTo>
                  <a:lnTo>
                    <a:pt x="47" y="55"/>
                  </a:lnTo>
                  <a:lnTo>
                    <a:pt x="0" y="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31" name="Oval 103"/>
            <p:cNvSpPr>
              <a:spLocks noChangeArrowheads="1"/>
            </p:cNvSpPr>
            <p:nvPr/>
          </p:nvSpPr>
          <p:spPr bwMode="auto">
            <a:xfrm>
              <a:off x="5603876" y="4843463"/>
              <a:ext cx="49213" cy="492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4" name="文本框 13"/>
          <p:cNvSpPr txBox="1"/>
          <p:nvPr/>
        </p:nvSpPr>
        <p:spPr>
          <a:xfrm>
            <a:off x="914310" y="2662803"/>
            <a:ext cx="2298472" cy="400110"/>
          </a:xfrm>
          <a:prstGeom prst="rect">
            <a:avLst/>
          </a:prstGeom>
          <a:noFill/>
        </p:spPr>
        <p:txBody>
          <a:bodyPr wrap="square" rtlCol="0">
            <a:spAutoFit/>
          </a:bodyPr>
          <a:lstStyle/>
          <a:p>
            <a:pPr lvl="0" algn="ctr">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zh-CN"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8" name="文本框 7"/>
          <p:cNvSpPr txBox="1"/>
          <p:nvPr/>
        </p:nvSpPr>
        <p:spPr>
          <a:xfrm>
            <a:off x="1143395" y="3154884"/>
            <a:ext cx="1840303" cy="1031629"/>
          </a:xfrm>
          <a:prstGeom prst="rect">
            <a:avLst/>
          </a:prstGeom>
          <a:noFill/>
          <a:ln w="9525">
            <a:noFill/>
          </a:ln>
        </p:spPr>
        <p:txBody>
          <a:bodyPr wrap="square">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9" name="文本框 8"/>
          <p:cNvSpPr txBox="1"/>
          <p:nvPr/>
        </p:nvSpPr>
        <p:spPr>
          <a:xfrm>
            <a:off x="1143395" y="4251901"/>
            <a:ext cx="1840303" cy="1031629"/>
          </a:xfrm>
          <a:prstGeom prst="rect">
            <a:avLst/>
          </a:prstGeom>
          <a:noFill/>
          <a:ln w="9525">
            <a:noFill/>
          </a:ln>
        </p:spPr>
        <p:txBody>
          <a:bodyPr wrap="square">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33" name="圆角矩形 32"/>
          <p:cNvSpPr/>
          <p:nvPr/>
        </p:nvSpPr>
        <p:spPr>
          <a:xfrm>
            <a:off x="3527771" y="1905919"/>
            <a:ext cx="2533822" cy="4522168"/>
          </a:xfrm>
          <a:prstGeom prst="round2SameRect">
            <a:avLst>
              <a:gd name="adj1" fmla="val 50000"/>
              <a:gd name="adj2" fmla="val 0"/>
            </a:avLst>
          </a:prstGeom>
          <a:gradFill>
            <a:gsLst>
              <a:gs pos="31000">
                <a:schemeClr val="bg1">
                  <a:alpha val="0"/>
                </a:schemeClr>
              </a:gs>
              <a:gs pos="99000">
                <a:schemeClr val="bg1">
                  <a:lumMod val="9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1" name="文本框 40"/>
          <p:cNvSpPr txBox="1"/>
          <p:nvPr/>
        </p:nvSpPr>
        <p:spPr>
          <a:xfrm>
            <a:off x="3645482" y="3250495"/>
            <a:ext cx="2298400" cy="400110"/>
          </a:xfrm>
          <a:prstGeom prst="rect">
            <a:avLst/>
          </a:prstGeom>
          <a:noFill/>
        </p:spPr>
        <p:txBody>
          <a:bodyPr wrap="square" rtlCol="0">
            <a:spAutoFit/>
          </a:bodyPr>
          <a:lstStyle/>
          <a:p>
            <a:pPr lvl="0" algn="ctr">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zh-CN"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2" name="文本框 41"/>
          <p:cNvSpPr txBox="1"/>
          <p:nvPr/>
        </p:nvSpPr>
        <p:spPr>
          <a:xfrm>
            <a:off x="3844803" y="3742576"/>
            <a:ext cx="1899760" cy="1031629"/>
          </a:xfrm>
          <a:prstGeom prst="rect">
            <a:avLst/>
          </a:prstGeom>
          <a:noFill/>
          <a:ln w="9525">
            <a:noFill/>
          </a:ln>
        </p:spPr>
        <p:txBody>
          <a:bodyPr wrap="square">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grpSp>
        <p:nvGrpSpPr>
          <p:cNvPr id="215" name="组合 214"/>
          <p:cNvGrpSpPr/>
          <p:nvPr/>
        </p:nvGrpSpPr>
        <p:grpSpPr>
          <a:xfrm>
            <a:off x="4503438" y="2390719"/>
            <a:ext cx="582488" cy="467204"/>
            <a:chOff x="10677526" y="5697538"/>
            <a:chExt cx="725488" cy="600076"/>
          </a:xfrm>
          <a:solidFill>
            <a:srgbClr val="56A4D3"/>
          </a:solidFill>
        </p:grpSpPr>
        <p:sp>
          <p:nvSpPr>
            <p:cNvPr id="216" name="Freeform 10"/>
            <p:cNvSpPr/>
            <p:nvPr/>
          </p:nvSpPr>
          <p:spPr bwMode="auto">
            <a:xfrm>
              <a:off x="10677526" y="5697538"/>
              <a:ext cx="725488" cy="219075"/>
            </a:xfrm>
            <a:custGeom>
              <a:avLst/>
              <a:gdLst>
                <a:gd name="T0" fmla="*/ 248 w 248"/>
                <a:gd name="T1" fmla="*/ 33 h 75"/>
                <a:gd name="T2" fmla="*/ 210 w 248"/>
                <a:gd name="T3" fmla="*/ 9 h 75"/>
                <a:gd name="T4" fmla="*/ 38 w 248"/>
                <a:gd name="T5" fmla="*/ 9 h 75"/>
                <a:gd name="T6" fmla="*/ 0 w 248"/>
                <a:gd name="T7" fmla="*/ 33 h 75"/>
                <a:gd name="T8" fmla="*/ 0 w 248"/>
                <a:gd name="T9" fmla="*/ 33 h 75"/>
                <a:gd name="T10" fmla="*/ 0 w 248"/>
                <a:gd name="T11" fmla="*/ 36 h 75"/>
                <a:gd name="T12" fmla="*/ 0 w 248"/>
                <a:gd name="T13" fmla="*/ 65 h 75"/>
                <a:gd name="T14" fmla="*/ 7 w 248"/>
                <a:gd name="T15" fmla="*/ 73 h 75"/>
                <a:gd name="T16" fmla="*/ 46 w 248"/>
                <a:gd name="T17" fmla="*/ 73 h 75"/>
                <a:gd name="T18" fmla="*/ 53 w 248"/>
                <a:gd name="T19" fmla="*/ 65 h 75"/>
                <a:gd name="T20" fmla="*/ 53 w 248"/>
                <a:gd name="T21" fmla="*/ 39 h 75"/>
                <a:gd name="T22" fmla="*/ 195 w 248"/>
                <a:gd name="T23" fmla="*/ 38 h 75"/>
                <a:gd name="T24" fmla="*/ 195 w 248"/>
                <a:gd name="T25" fmla="*/ 67 h 75"/>
                <a:gd name="T26" fmla="*/ 202 w 248"/>
                <a:gd name="T27" fmla="*/ 75 h 75"/>
                <a:gd name="T28" fmla="*/ 241 w 248"/>
                <a:gd name="T29" fmla="*/ 75 h 75"/>
                <a:gd name="T30" fmla="*/ 248 w 248"/>
                <a:gd name="T31" fmla="*/ 67 h 75"/>
                <a:gd name="T32" fmla="*/ 248 w 248"/>
                <a:gd name="T33" fmla="*/ 36 h 75"/>
                <a:gd name="T34" fmla="*/ 248 w 248"/>
                <a:gd name="T35" fmla="*/ 34 h 75"/>
                <a:gd name="T36" fmla="*/ 248 w 248"/>
                <a:gd name="T37" fmla="*/ 3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8" h="75">
                  <a:moveTo>
                    <a:pt x="248" y="33"/>
                  </a:moveTo>
                  <a:cubicBezTo>
                    <a:pt x="248" y="24"/>
                    <a:pt x="231" y="12"/>
                    <a:pt x="210" y="9"/>
                  </a:cubicBezTo>
                  <a:cubicBezTo>
                    <a:pt x="153" y="0"/>
                    <a:pt x="95" y="0"/>
                    <a:pt x="38" y="9"/>
                  </a:cubicBezTo>
                  <a:cubicBezTo>
                    <a:pt x="17" y="12"/>
                    <a:pt x="0" y="24"/>
                    <a:pt x="0" y="33"/>
                  </a:cubicBezTo>
                  <a:cubicBezTo>
                    <a:pt x="0" y="33"/>
                    <a:pt x="0" y="33"/>
                    <a:pt x="0" y="33"/>
                  </a:cubicBezTo>
                  <a:cubicBezTo>
                    <a:pt x="0" y="34"/>
                    <a:pt x="0" y="35"/>
                    <a:pt x="0" y="36"/>
                  </a:cubicBezTo>
                  <a:cubicBezTo>
                    <a:pt x="0" y="65"/>
                    <a:pt x="0" y="65"/>
                    <a:pt x="0" y="65"/>
                  </a:cubicBezTo>
                  <a:cubicBezTo>
                    <a:pt x="0" y="69"/>
                    <a:pt x="3" y="73"/>
                    <a:pt x="7" y="73"/>
                  </a:cubicBezTo>
                  <a:cubicBezTo>
                    <a:pt x="46" y="73"/>
                    <a:pt x="46" y="73"/>
                    <a:pt x="46" y="73"/>
                  </a:cubicBezTo>
                  <a:cubicBezTo>
                    <a:pt x="50" y="73"/>
                    <a:pt x="53" y="69"/>
                    <a:pt x="53" y="65"/>
                  </a:cubicBezTo>
                  <a:cubicBezTo>
                    <a:pt x="53" y="39"/>
                    <a:pt x="53" y="39"/>
                    <a:pt x="53" y="39"/>
                  </a:cubicBezTo>
                  <a:cubicBezTo>
                    <a:pt x="100" y="32"/>
                    <a:pt x="148" y="32"/>
                    <a:pt x="195" y="38"/>
                  </a:cubicBezTo>
                  <a:cubicBezTo>
                    <a:pt x="195" y="67"/>
                    <a:pt x="195" y="67"/>
                    <a:pt x="195" y="67"/>
                  </a:cubicBezTo>
                  <a:cubicBezTo>
                    <a:pt x="195" y="71"/>
                    <a:pt x="198" y="75"/>
                    <a:pt x="202" y="75"/>
                  </a:cubicBezTo>
                  <a:cubicBezTo>
                    <a:pt x="241" y="75"/>
                    <a:pt x="241" y="75"/>
                    <a:pt x="241" y="75"/>
                  </a:cubicBezTo>
                  <a:cubicBezTo>
                    <a:pt x="245" y="75"/>
                    <a:pt x="248" y="71"/>
                    <a:pt x="248" y="67"/>
                  </a:cubicBezTo>
                  <a:cubicBezTo>
                    <a:pt x="248" y="36"/>
                    <a:pt x="248" y="36"/>
                    <a:pt x="248" y="36"/>
                  </a:cubicBezTo>
                  <a:cubicBezTo>
                    <a:pt x="248" y="36"/>
                    <a:pt x="248" y="35"/>
                    <a:pt x="248" y="34"/>
                  </a:cubicBezTo>
                  <a:cubicBezTo>
                    <a:pt x="248" y="34"/>
                    <a:pt x="248" y="33"/>
                    <a:pt x="248"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17" name="Freeform 11"/>
            <p:cNvSpPr>
              <a:spLocks noEditPoints="1"/>
            </p:cNvSpPr>
            <p:nvPr/>
          </p:nvSpPr>
          <p:spPr bwMode="auto">
            <a:xfrm>
              <a:off x="10701338" y="5870576"/>
              <a:ext cx="687388" cy="427038"/>
            </a:xfrm>
            <a:custGeom>
              <a:avLst/>
              <a:gdLst>
                <a:gd name="T0" fmla="*/ 221 w 235"/>
                <a:gd name="T1" fmla="*/ 63 h 146"/>
                <a:gd name="T2" fmla="*/ 179 w 235"/>
                <a:gd name="T3" fmla="*/ 49 h 146"/>
                <a:gd name="T4" fmla="*/ 167 w 235"/>
                <a:gd name="T5" fmla="*/ 46 h 146"/>
                <a:gd name="T6" fmla="*/ 167 w 235"/>
                <a:gd name="T7" fmla="*/ 0 h 146"/>
                <a:gd name="T8" fmla="*/ 149 w 235"/>
                <a:gd name="T9" fmla="*/ 0 h 146"/>
                <a:gd name="T10" fmla="*/ 149 w 235"/>
                <a:gd name="T11" fmla="*/ 27 h 146"/>
                <a:gd name="T12" fmla="*/ 84 w 235"/>
                <a:gd name="T13" fmla="*/ 27 h 146"/>
                <a:gd name="T14" fmla="*/ 84 w 235"/>
                <a:gd name="T15" fmla="*/ 0 h 146"/>
                <a:gd name="T16" fmla="*/ 66 w 235"/>
                <a:gd name="T17" fmla="*/ 0 h 146"/>
                <a:gd name="T18" fmla="*/ 66 w 235"/>
                <a:gd name="T19" fmla="*/ 47 h 146"/>
                <a:gd name="T20" fmla="*/ 55 w 235"/>
                <a:gd name="T21" fmla="*/ 49 h 146"/>
                <a:gd name="T22" fmla="*/ 14 w 235"/>
                <a:gd name="T23" fmla="*/ 63 h 146"/>
                <a:gd name="T24" fmla="*/ 0 w 235"/>
                <a:gd name="T25" fmla="*/ 83 h 146"/>
                <a:gd name="T26" fmla="*/ 0 w 235"/>
                <a:gd name="T27" fmla="*/ 131 h 146"/>
                <a:gd name="T28" fmla="*/ 15 w 235"/>
                <a:gd name="T29" fmla="*/ 146 h 146"/>
                <a:gd name="T30" fmla="*/ 220 w 235"/>
                <a:gd name="T31" fmla="*/ 146 h 146"/>
                <a:gd name="T32" fmla="*/ 235 w 235"/>
                <a:gd name="T33" fmla="*/ 131 h 146"/>
                <a:gd name="T34" fmla="*/ 235 w 235"/>
                <a:gd name="T35" fmla="*/ 83 h 146"/>
                <a:gd name="T36" fmla="*/ 221 w 235"/>
                <a:gd name="T37" fmla="*/ 63 h 146"/>
                <a:gd name="T38" fmla="*/ 115 w 235"/>
                <a:gd name="T39" fmla="*/ 129 h 146"/>
                <a:gd name="T40" fmla="*/ 74 w 235"/>
                <a:gd name="T41" fmla="*/ 87 h 146"/>
                <a:gd name="T42" fmla="*/ 115 w 235"/>
                <a:gd name="T43" fmla="*/ 46 h 146"/>
                <a:gd name="T44" fmla="*/ 157 w 235"/>
                <a:gd name="T45" fmla="*/ 87 h 146"/>
                <a:gd name="T46" fmla="*/ 115 w 235"/>
                <a:gd name="T47" fmla="*/ 12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5" h="146">
                  <a:moveTo>
                    <a:pt x="221" y="63"/>
                  </a:moveTo>
                  <a:cubicBezTo>
                    <a:pt x="179" y="49"/>
                    <a:pt x="179" y="49"/>
                    <a:pt x="179" y="49"/>
                  </a:cubicBezTo>
                  <a:cubicBezTo>
                    <a:pt x="175" y="48"/>
                    <a:pt x="171" y="47"/>
                    <a:pt x="167" y="46"/>
                  </a:cubicBezTo>
                  <a:cubicBezTo>
                    <a:pt x="167" y="0"/>
                    <a:pt x="167" y="0"/>
                    <a:pt x="167" y="0"/>
                  </a:cubicBezTo>
                  <a:cubicBezTo>
                    <a:pt x="149" y="0"/>
                    <a:pt x="149" y="0"/>
                    <a:pt x="149" y="0"/>
                  </a:cubicBezTo>
                  <a:cubicBezTo>
                    <a:pt x="149" y="27"/>
                    <a:pt x="149" y="27"/>
                    <a:pt x="149" y="27"/>
                  </a:cubicBezTo>
                  <a:cubicBezTo>
                    <a:pt x="84" y="27"/>
                    <a:pt x="84" y="27"/>
                    <a:pt x="84" y="27"/>
                  </a:cubicBezTo>
                  <a:cubicBezTo>
                    <a:pt x="84" y="0"/>
                    <a:pt x="84" y="0"/>
                    <a:pt x="84" y="0"/>
                  </a:cubicBezTo>
                  <a:cubicBezTo>
                    <a:pt x="66" y="0"/>
                    <a:pt x="66" y="0"/>
                    <a:pt x="66" y="0"/>
                  </a:cubicBezTo>
                  <a:cubicBezTo>
                    <a:pt x="66" y="47"/>
                    <a:pt x="66" y="47"/>
                    <a:pt x="66" y="47"/>
                  </a:cubicBezTo>
                  <a:cubicBezTo>
                    <a:pt x="62" y="47"/>
                    <a:pt x="58" y="48"/>
                    <a:pt x="55" y="49"/>
                  </a:cubicBezTo>
                  <a:cubicBezTo>
                    <a:pt x="14" y="63"/>
                    <a:pt x="14" y="63"/>
                    <a:pt x="14" y="63"/>
                  </a:cubicBezTo>
                  <a:cubicBezTo>
                    <a:pt x="6" y="66"/>
                    <a:pt x="0" y="75"/>
                    <a:pt x="0" y="83"/>
                  </a:cubicBezTo>
                  <a:cubicBezTo>
                    <a:pt x="0" y="131"/>
                    <a:pt x="0" y="131"/>
                    <a:pt x="0" y="131"/>
                  </a:cubicBezTo>
                  <a:cubicBezTo>
                    <a:pt x="0" y="139"/>
                    <a:pt x="6" y="146"/>
                    <a:pt x="15" y="146"/>
                  </a:cubicBezTo>
                  <a:cubicBezTo>
                    <a:pt x="220" y="146"/>
                    <a:pt x="220" y="146"/>
                    <a:pt x="220" y="146"/>
                  </a:cubicBezTo>
                  <a:cubicBezTo>
                    <a:pt x="228" y="146"/>
                    <a:pt x="235" y="139"/>
                    <a:pt x="235" y="131"/>
                  </a:cubicBezTo>
                  <a:cubicBezTo>
                    <a:pt x="235" y="83"/>
                    <a:pt x="235" y="83"/>
                    <a:pt x="235" y="83"/>
                  </a:cubicBezTo>
                  <a:cubicBezTo>
                    <a:pt x="235" y="75"/>
                    <a:pt x="229" y="66"/>
                    <a:pt x="221" y="63"/>
                  </a:cubicBezTo>
                  <a:close/>
                  <a:moveTo>
                    <a:pt x="115" y="129"/>
                  </a:moveTo>
                  <a:cubicBezTo>
                    <a:pt x="92" y="129"/>
                    <a:pt x="74" y="110"/>
                    <a:pt x="74" y="87"/>
                  </a:cubicBezTo>
                  <a:cubicBezTo>
                    <a:pt x="74" y="64"/>
                    <a:pt x="92" y="46"/>
                    <a:pt x="115" y="46"/>
                  </a:cubicBezTo>
                  <a:cubicBezTo>
                    <a:pt x="138" y="46"/>
                    <a:pt x="157" y="64"/>
                    <a:pt x="157" y="87"/>
                  </a:cubicBezTo>
                  <a:cubicBezTo>
                    <a:pt x="157" y="110"/>
                    <a:pt x="138" y="129"/>
                    <a:pt x="115" y="1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18" name="Oval 12"/>
            <p:cNvSpPr>
              <a:spLocks noChangeArrowheads="1"/>
            </p:cNvSpPr>
            <p:nvPr/>
          </p:nvSpPr>
          <p:spPr bwMode="auto">
            <a:xfrm>
              <a:off x="10972801" y="6061076"/>
              <a:ext cx="128588" cy="1317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0" name="文本框 9"/>
          <p:cNvSpPr txBox="1"/>
          <p:nvPr/>
        </p:nvSpPr>
        <p:spPr>
          <a:xfrm>
            <a:off x="3844803" y="4839593"/>
            <a:ext cx="1899760" cy="1031629"/>
          </a:xfrm>
          <a:prstGeom prst="rect">
            <a:avLst/>
          </a:prstGeom>
          <a:noFill/>
          <a:ln w="9525">
            <a:noFill/>
          </a:ln>
        </p:spPr>
        <p:txBody>
          <a:bodyPr wrap="square">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44" name="圆角矩形 43"/>
          <p:cNvSpPr/>
          <p:nvPr/>
        </p:nvSpPr>
        <p:spPr>
          <a:xfrm>
            <a:off x="6258905" y="1318227"/>
            <a:ext cx="2533822" cy="4522168"/>
          </a:xfrm>
          <a:prstGeom prst="round2SameRect">
            <a:avLst>
              <a:gd name="adj1" fmla="val 50000"/>
              <a:gd name="adj2" fmla="val 0"/>
            </a:avLst>
          </a:prstGeom>
          <a:gradFill>
            <a:gsLst>
              <a:gs pos="31000">
                <a:schemeClr val="bg1">
                  <a:alpha val="0"/>
                </a:schemeClr>
              </a:gs>
              <a:gs pos="99000">
                <a:schemeClr val="bg1">
                  <a:lumMod val="9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2" name="文本框 51"/>
          <p:cNvSpPr txBox="1"/>
          <p:nvPr/>
        </p:nvSpPr>
        <p:spPr>
          <a:xfrm>
            <a:off x="6376616" y="2662803"/>
            <a:ext cx="2298400" cy="400110"/>
          </a:xfrm>
          <a:prstGeom prst="rect">
            <a:avLst/>
          </a:prstGeom>
          <a:noFill/>
        </p:spPr>
        <p:txBody>
          <a:bodyPr wrap="square" rtlCol="0">
            <a:spAutoFit/>
          </a:bodyPr>
          <a:lstStyle/>
          <a:p>
            <a:pPr lvl="0" algn="ctr">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zh-CN"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3" name="文本框 52"/>
          <p:cNvSpPr txBox="1"/>
          <p:nvPr/>
        </p:nvSpPr>
        <p:spPr>
          <a:xfrm>
            <a:off x="6583824" y="3154884"/>
            <a:ext cx="1883984" cy="1031629"/>
          </a:xfrm>
          <a:prstGeom prst="rect">
            <a:avLst/>
          </a:prstGeom>
          <a:noFill/>
          <a:ln w="9525">
            <a:noFill/>
          </a:ln>
        </p:spPr>
        <p:txBody>
          <a:bodyPr wrap="square">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grpSp>
        <p:nvGrpSpPr>
          <p:cNvPr id="278" name="组合 277"/>
          <p:cNvGrpSpPr/>
          <p:nvPr/>
        </p:nvGrpSpPr>
        <p:grpSpPr>
          <a:xfrm>
            <a:off x="7264910" y="1690170"/>
            <a:ext cx="521812" cy="573386"/>
            <a:chOff x="7777163" y="4395788"/>
            <a:chExt cx="639763" cy="690563"/>
          </a:xfrm>
          <a:solidFill>
            <a:srgbClr val="EA7912"/>
          </a:solidFill>
        </p:grpSpPr>
        <p:sp>
          <p:nvSpPr>
            <p:cNvPr id="279" name="Freeform 58"/>
            <p:cNvSpPr/>
            <p:nvPr/>
          </p:nvSpPr>
          <p:spPr bwMode="auto">
            <a:xfrm>
              <a:off x="7926388" y="4395788"/>
              <a:ext cx="490538" cy="690563"/>
            </a:xfrm>
            <a:custGeom>
              <a:avLst/>
              <a:gdLst>
                <a:gd name="T0" fmla="*/ 2 w 168"/>
                <a:gd name="T1" fmla="*/ 226 h 236"/>
                <a:gd name="T2" fmla="*/ 96 w 168"/>
                <a:gd name="T3" fmla="*/ 236 h 236"/>
                <a:gd name="T4" fmla="*/ 100 w 168"/>
                <a:gd name="T5" fmla="*/ 236 h 236"/>
                <a:gd name="T6" fmla="*/ 105 w 168"/>
                <a:gd name="T7" fmla="*/ 236 h 236"/>
                <a:gd name="T8" fmla="*/ 106 w 168"/>
                <a:gd name="T9" fmla="*/ 236 h 236"/>
                <a:gd name="T10" fmla="*/ 133 w 168"/>
                <a:gd name="T11" fmla="*/ 233 h 236"/>
                <a:gd name="T12" fmla="*/ 150 w 168"/>
                <a:gd name="T13" fmla="*/ 217 h 236"/>
                <a:gd name="T14" fmla="*/ 150 w 168"/>
                <a:gd name="T15" fmla="*/ 212 h 236"/>
                <a:gd name="T16" fmla="*/ 150 w 168"/>
                <a:gd name="T17" fmla="*/ 204 h 236"/>
                <a:gd name="T18" fmla="*/ 158 w 168"/>
                <a:gd name="T19" fmla="*/ 194 h 236"/>
                <a:gd name="T20" fmla="*/ 163 w 168"/>
                <a:gd name="T21" fmla="*/ 186 h 236"/>
                <a:gd name="T22" fmla="*/ 161 w 168"/>
                <a:gd name="T23" fmla="*/ 179 h 236"/>
                <a:gd name="T24" fmla="*/ 158 w 168"/>
                <a:gd name="T25" fmla="*/ 168 h 236"/>
                <a:gd name="T26" fmla="*/ 164 w 168"/>
                <a:gd name="T27" fmla="*/ 158 h 236"/>
                <a:gd name="T28" fmla="*/ 168 w 168"/>
                <a:gd name="T29" fmla="*/ 151 h 236"/>
                <a:gd name="T30" fmla="*/ 165 w 168"/>
                <a:gd name="T31" fmla="*/ 145 h 236"/>
                <a:gd name="T32" fmla="*/ 160 w 168"/>
                <a:gd name="T33" fmla="*/ 133 h 236"/>
                <a:gd name="T34" fmla="*/ 165 w 168"/>
                <a:gd name="T35" fmla="*/ 124 h 236"/>
                <a:gd name="T36" fmla="*/ 168 w 168"/>
                <a:gd name="T37" fmla="*/ 119 h 236"/>
                <a:gd name="T38" fmla="*/ 154 w 168"/>
                <a:gd name="T39" fmla="*/ 98 h 236"/>
                <a:gd name="T40" fmla="*/ 129 w 168"/>
                <a:gd name="T41" fmla="*/ 96 h 236"/>
                <a:gd name="T42" fmla="*/ 124 w 168"/>
                <a:gd name="T43" fmla="*/ 96 h 236"/>
                <a:gd name="T44" fmla="*/ 110 w 168"/>
                <a:gd name="T45" fmla="*/ 96 h 236"/>
                <a:gd name="T46" fmla="*/ 97 w 168"/>
                <a:gd name="T47" fmla="*/ 97 h 236"/>
                <a:gd name="T48" fmla="*/ 97 w 168"/>
                <a:gd name="T49" fmla="*/ 97 h 236"/>
                <a:gd name="T50" fmla="*/ 89 w 168"/>
                <a:gd name="T51" fmla="*/ 96 h 236"/>
                <a:gd name="T52" fmla="*/ 86 w 168"/>
                <a:gd name="T53" fmla="*/ 96 h 236"/>
                <a:gd name="T54" fmla="*/ 86 w 168"/>
                <a:gd name="T55" fmla="*/ 93 h 236"/>
                <a:gd name="T56" fmla="*/ 94 w 168"/>
                <a:gd name="T57" fmla="*/ 61 h 236"/>
                <a:gd name="T58" fmla="*/ 103 w 168"/>
                <a:gd name="T59" fmla="*/ 24 h 236"/>
                <a:gd name="T60" fmla="*/ 80 w 168"/>
                <a:gd name="T61" fmla="*/ 0 h 236"/>
                <a:gd name="T62" fmla="*/ 77 w 168"/>
                <a:gd name="T63" fmla="*/ 0 h 236"/>
                <a:gd name="T64" fmla="*/ 76 w 168"/>
                <a:gd name="T65" fmla="*/ 7 h 236"/>
                <a:gd name="T66" fmla="*/ 76 w 168"/>
                <a:gd name="T67" fmla="*/ 12 h 236"/>
                <a:gd name="T68" fmla="*/ 64 w 168"/>
                <a:gd name="T69" fmla="*/ 53 h 236"/>
                <a:gd name="T70" fmla="*/ 54 w 168"/>
                <a:gd name="T71" fmla="*/ 63 h 236"/>
                <a:gd name="T72" fmla="*/ 44 w 168"/>
                <a:gd name="T73" fmla="*/ 72 h 236"/>
                <a:gd name="T74" fmla="*/ 37 w 168"/>
                <a:gd name="T75" fmla="*/ 88 h 236"/>
                <a:gd name="T76" fmla="*/ 30 w 168"/>
                <a:gd name="T77" fmla="*/ 105 h 236"/>
                <a:gd name="T78" fmla="*/ 6 w 168"/>
                <a:gd name="T79" fmla="*/ 132 h 236"/>
                <a:gd name="T80" fmla="*/ 0 w 168"/>
                <a:gd name="T81" fmla="*/ 133 h 236"/>
                <a:gd name="T82" fmla="*/ 2 w 168"/>
                <a:gd name="T83" fmla="*/ 22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8" h="236">
                  <a:moveTo>
                    <a:pt x="2" y="226"/>
                  </a:moveTo>
                  <a:cubicBezTo>
                    <a:pt x="37" y="233"/>
                    <a:pt x="69" y="236"/>
                    <a:pt x="96" y="236"/>
                  </a:cubicBezTo>
                  <a:cubicBezTo>
                    <a:pt x="97" y="236"/>
                    <a:pt x="98" y="236"/>
                    <a:pt x="100" y="236"/>
                  </a:cubicBezTo>
                  <a:cubicBezTo>
                    <a:pt x="101" y="236"/>
                    <a:pt x="103" y="236"/>
                    <a:pt x="105" y="236"/>
                  </a:cubicBezTo>
                  <a:cubicBezTo>
                    <a:pt x="106" y="236"/>
                    <a:pt x="106" y="236"/>
                    <a:pt x="106" y="236"/>
                  </a:cubicBezTo>
                  <a:cubicBezTo>
                    <a:pt x="115" y="236"/>
                    <a:pt x="126" y="236"/>
                    <a:pt x="133" y="233"/>
                  </a:cubicBezTo>
                  <a:cubicBezTo>
                    <a:pt x="139" y="231"/>
                    <a:pt x="149" y="222"/>
                    <a:pt x="150" y="217"/>
                  </a:cubicBezTo>
                  <a:cubicBezTo>
                    <a:pt x="150" y="216"/>
                    <a:pt x="150" y="214"/>
                    <a:pt x="150" y="212"/>
                  </a:cubicBezTo>
                  <a:cubicBezTo>
                    <a:pt x="150" y="209"/>
                    <a:pt x="149" y="207"/>
                    <a:pt x="150" y="204"/>
                  </a:cubicBezTo>
                  <a:cubicBezTo>
                    <a:pt x="151" y="199"/>
                    <a:pt x="155" y="197"/>
                    <a:pt x="158" y="194"/>
                  </a:cubicBezTo>
                  <a:cubicBezTo>
                    <a:pt x="161" y="192"/>
                    <a:pt x="163" y="190"/>
                    <a:pt x="163" y="186"/>
                  </a:cubicBezTo>
                  <a:cubicBezTo>
                    <a:pt x="164" y="184"/>
                    <a:pt x="162" y="181"/>
                    <a:pt x="161" y="179"/>
                  </a:cubicBezTo>
                  <a:cubicBezTo>
                    <a:pt x="159" y="175"/>
                    <a:pt x="158" y="172"/>
                    <a:pt x="158" y="168"/>
                  </a:cubicBezTo>
                  <a:cubicBezTo>
                    <a:pt x="158" y="163"/>
                    <a:pt x="161" y="160"/>
                    <a:pt x="164" y="158"/>
                  </a:cubicBezTo>
                  <a:cubicBezTo>
                    <a:pt x="167" y="155"/>
                    <a:pt x="168" y="154"/>
                    <a:pt x="168" y="151"/>
                  </a:cubicBezTo>
                  <a:cubicBezTo>
                    <a:pt x="168" y="149"/>
                    <a:pt x="167" y="147"/>
                    <a:pt x="165" y="145"/>
                  </a:cubicBezTo>
                  <a:cubicBezTo>
                    <a:pt x="163" y="142"/>
                    <a:pt x="160" y="138"/>
                    <a:pt x="160" y="133"/>
                  </a:cubicBezTo>
                  <a:cubicBezTo>
                    <a:pt x="160" y="129"/>
                    <a:pt x="163" y="126"/>
                    <a:pt x="165" y="124"/>
                  </a:cubicBezTo>
                  <a:cubicBezTo>
                    <a:pt x="167" y="122"/>
                    <a:pt x="168" y="121"/>
                    <a:pt x="168" y="119"/>
                  </a:cubicBezTo>
                  <a:cubicBezTo>
                    <a:pt x="168" y="111"/>
                    <a:pt x="159" y="100"/>
                    <a:pt x="154" y="98"/>
                  </a:cubicBezTo>
                  <a:cubicBezTo>
                    <a:pt x="148" y="96"/>
                    <a:pt x="138" y="96"/>
                    <a:pt x="129" y="96"/>
                  </a:cubicBezTo>
                  <a:cubicBezTo>
                    <a:pt x="127" y="96"/>
                    <a:pt x="125" y="96"/>
                    <a:pt x="124" y="96"/>
                  </a:cubicBezTo>
                  <a:cubicBezTo>
                    <a:pt x="119" y="96"/>
                    <a:pt x="115" y="96"/>
                    <a:pt x="110" y="96"/>
                  </a:cubicBezTo>
                  <a:cubicBezTo>
                    <a:pt x="106" y="96"/>
                    <a:pt x="101" y="97"/>
                    <a:pt x="97" y="97"/>
                  </a:cubicBezTo>
                  <a:cubicBezTo>
                    <a:pt x="97" y="97"/>
                    <a:pt x="97" y="97"/>
                    <a:pt x="97" y="97"/>
                  </a:cubicBezTo>
                  <a:cubicBezTo>
                    <a:pt x="94" y="97"/>
                    <a:pt x="92" y="97"/>
                    <a:pt x="89" y="96"/>
                  </a:cubicBezTo>
                  <a:cubicBezTo>
                    <a:pt x="86" y="96"/>
                    <a:pt x="86" y="96"/>
                    <a:pt x="86" y="96"/>
                  </a:cubicBezTo>
                  <a:cubicBezTo>
                    <a:pt x="86" y="93"/>
                    <a:pt x="86" y="93"/>
                    <a:pt x="86" y="93"/>
                  </a:cubicBezTo>
                  <a:cubicBezTo>
                    <a:pt x="85" y="81"/>
                    <a:pt x="89" y="71"/>
                    <a:pt x="94" y="61"/>
                  </a:cubicBezTo>
                  <a:cubicBezTo>
                    <a:pt x="99" y="51"/>
                    <a:pt x="104" y="40"/>
                    <a:pt x="103" y="24"/>
                  </a:cubicBezTo>
                  <a:cubicBezTo>
                    <a:pt x="102" y="14"/>
                    <a:pt x="94" y="0"/>
                    <a:pt x="80" y="0"/>
                  </a:cubicBezTo>
                  <a:cubicBezTo>
                    <a:pt x="79" y="0"/>
                    <a:pt x="78" y="0"/>
                    <a:pt x="77" y="0"/>
                  </a:cubicBezTo>
                  <a:cubicBezTo>
                    <a:pt x="76" y="1"/>
                    <a:pt x="76" y="2"/>
                    <a:pt x="76" y="7"/>
                  </a:cubicBezTo>
                  <a:cubicBezTo>
                    <a:pt x="76" y="9"/>
                    <a:pt x="76" y="10"/>
                    <a:pt x="76" y="12"/>
                  </a:cubicBezTo>
                  <a:cubicBezTo>
                    <a:pt x="74" y="26"/>
                    <a:pt x="72" y="42"/>
                    <a:pt x="64" y="53"/>
                  </a:cubicBezTo>
                  <a:cubicBezTo>
                    <a:pt x="61" y="57"/>
                    <a:pt x="57" y="60"/>
                    <a:pt x="54" y="63"/>
                  </a:cubicBezTo>
                  <a:cubicBezTo>
                    <a:pt x="50" y="65"/>
                    <a:pt x="46" y="68"/>
                    <a:pt x="44" y="72"/>
                  </a:cubicBezTo>
                  <a:cubicBezTo>
                    <a:pt x="42" y="77"/>
                    <a:pt x="39" y="82"/>
                    <a:pt x="37" y="88"/>
                  </a:cubicBezTo>
                  <a:cubicBezTo>
                    <a:pt x="35" y="94"/>
                    <a:pt x="33" y="99"/>
                    <a:pt x="30" y="105"/>
                  </a:cubicBezTo>
                  <a:cubicBezTo>
                    <a:pt x="22" y="121"/>
                    <a:pt x="14" y="129"/>
                    <a:pt x="6" y="132"/>
                  </a:cubicBezTo>
                  <a:cubicBezTo>
                    <a:pt x="4" y="133"/>
                    <a:pt x="2" y="133"/>
                    <a:pt x="0" y="133"/>
                  </a:cubicBezTo>
                  <a:lnTo>
                    <a:pt x="2" y="2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0" name="Freeform 59"/>
            <p:cNvSpPr/>
            <p:nvPr/>
          </p:nvSpPr>
          <p:spPr bwMode="auto">
            <a:xfrm>
              <a:off x="7777163" y="4778376"/>
              <a:ext cx="119063" cy="290513"/>
            </a:xfrm>
            <a:custGeom>
              <a:avLst/>
              <a:gdLst>
                <a:gd name="T0" fmla="*/ 41 w 41"/>
                <a:gd name="T1" fmla="*/ 84 h 99"/>
                <a:gd name="T2" fmla="*/ 20 w 41"/>
                <a:gd name="T3" fmla="*/ 99 h 99"/>
                <a:gd name="T4" fmla="*/ 20 w 41"/>
                <a:gd name="T5" fmla="*/ 99 h 99"/>
                <a:gd name="T6" fmla="*/ 0 w 41"/>
                <a:gd name="T7" fmla="*/ 84 h 99"/>
                <a:gd name="T8" fmla="*/ 0 w 41"/>
                <a:gd name="T9" fmla="*/ 14 h 99"/>
                <a:gd name="T10" fmla="*/ 20 w 41"/>
                <a:gd name="T11" fmla="*/ 0 h 99"/>
                <a:gd name="T12" fmla="*/ 20 w 41"/>
                <a:gd name="T13" fmla="*/ 0 h 99"/>
                <a:gd name="T14" fmla="*/ 41 w 41"/>
                <a:gd name="T15" fmla="*/ 14 h 99"/>
                <a:gd name="T16" fmla="*/ 41 w 41"/>
                <a:gd name="T17" fmla="*/ 8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99">
                  <a:moveTo>
                    <a:pt x="41" y="84"/>
                  </a:moveTo>
                  <a:cubicBezTo>
                    <a:pt x="41" y="95"/>
                    <a:pt x="32" y="99"/>
                    <a:pt x="20" y="99"/>
                  </a:cubicBezTo>
                  <a:cubicBezTo>
                    <a:pt x="20" y="99"/>
                    <a:pt x="20" y="99"/>
                    <a:pt x="20" y="99"/>
                  </a:cubicBezTo>
                  <a:cubicBezTo>
                    <a:pt x="9" y="99"/>
                    <a:pt x="0" y="95"/>
                    <a:pt x="0" y="84"/>
                  </a:cubicBezTo>
                  <a:cubicBezTo>
                    <a:pt x="0" y="14"/>
                    <a:pt x="0" y="14"/>
                    <a:pt x="0" y="14"/>
                  </a:cubicBezTo>
                  <a:cubicBezTo>
                    <a:pt x="0" y="2"/>
                    <a:pt x="9" y="0"/>
                    <a:pt x="20" y="0"/>
                  </a:cubicBezTo>
                  <a:cubicBezTo>
                    <a:pt x="20" y="0"/>
                    <a:pt x="20" y="0"/>
                    <a:pt x="20" y="0"/>
                  </a:cubicBezTo>
                  <a:cubicBezTo>
                    <a:pt x="32" y="0"/>
                    <a:pt x="41" y="2"/>
                    <a:pt x="41" y="14"/>
                  </a:cubicBezTo>
                  <a:lnTo>
                    <a:pt x="41" y="8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1" name="文本框 10"/>
          <p:cNvSpPr txBox="1"/>
          <p:nvPr/>
        </p:nvSpPr>
        <p:spPr>
          <a:xfrm>
            <a:off x="6583824" y="4251901"/>
            <a:ext cx="1883984" cy="1031629"/>
          </a:xfrm>
          <a:prstGeom prst="rect">
            <a:avLst/>
          </a:prstGeom>
          <a:noFill/>
          <a:ln w="9525">
            <a:noFill/>
          </a:ln>
        </p:spPr>
        <p:txBody>
          <a:bodyPr wrap="square">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55" name="圆角矩形 54"/>
          <p:cNvSpPr/>
          <p:nvPr/>
        </p:nvSpPr>
        <p:spPr>
          <a:xfrm>
            <a:off x="8990040" y="1905919"/>
            <a:ext cx="2533822" cy="4522168"/>
          </a:xfrm>
          <a:prstGeom prst="round2SameRect">
            <a:avLst>
              <a:gd name="adj1" fmla="val 50000"/>
              <a:gd name="adj2" fmla="val 0"/>
            </a:avLst>
          </a:prstGeom>
          <a:gradFill>
            <a:gsLst>
              <a:gs pos="31000">
                <a:schemeClr val="bg1">
                  <a:alpha val="0"/>
                </a:schemeClr>
              </a:gs>
              <a:gs pos="99000">
                <a:schemeClr val="bg1">
                  <a:lumMod val="9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3" name="文本框 62"/>
          <p:cNvSpPr txBox="1"/>
          <p:nvPr/>
        </p:nvSpPr>
        <p:spPr>
          <a:xfrm>
            <a:off x="9107751" y="3250495"/>
            <a:ext cx="2298400" cy="400110"/>
          </a:xfrm>
          <a:prstGeom prst="rect">
            <a:avLst/>
          </a:prstGeom>
          <a:noFill/>
        </p:spPr>
        <p:txBody>
          <a:bodyPr wrap="square" rtlCol="0">
            <a:spAutoFit/>
          </a:bodyPr>
          <a:lstStyle/>
          <a:p>
            <a:pPr lvl="0" algn="ctr">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zh-CN"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4" name="文本框 63"/>
          <p:cNvSpPr txBox="1"/>
          <p:nvPr/>
        </p:nvSpPr>
        <p:spPr>
          <a:xfrm>
            <a:off x="9309802" y="3742576"/>
            <a:ext cx="1894299" cy="1031629"/>
          </a:xfrm>
          <a:prstGeom prst="rect">
            <a:avLst/>
          </a:prstGeom>
          <a:noFill/>
          <a:ln w="9525">
            <a:noFill/>
          </a:ln>
        </p:spPr>
        <p:txBody>
          <a:bodyPr wrap="square">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grpSp>
        <p:nvGrpSpPr>
          <p:cNvPr id="383" name="组合 382"/>
          <p:cNvGrpSpPr/>
          <p:nvPr/>
        </p:nvGrpSpPr>
        <p:grpSpPr>
          <a:xfrm>
            <a:off x="10001810" y="2434405"/>
            <a:ext cx="510284" cy="506643"/>
            <a:chOff x="2162176" y="-104775"/>
            <a:chExt cx="1655763" cy="1417638"/>
          </a:xfrm>
          <a:solidFill>
            <a:srgbClr val="56A4D3"/>
          </a:solidFill>
        </p:grpSpPr>
        <p:sp>
          <p:nvSpPr>
            <p:cNvPr id="384" name="Freeform 3767"/>
            <p:cNvSpPr/>
            <p:nvPr/>
          </p:nvSpPr>
          <p:spPr bwMode="auto">
            <a:xfrm>
              <a:off x="2311401" y="104775"/>
              <a:ext cx="1370013" cy="1208088"/>
            </a:xfrm>
            <a:custGeom>
              <a:avLst/>
              <a:gdLst>
                <a:gd name="T0" fmla="*/ 231 w 431"/>
                <a:gd name="T1" fmla="*/ 6 h 380"/>
                <a:gd name="T2" fmla="*/ 190 w 431"/>
                <a:gd name="T3" fmla="*/ 7 h 380"/>
                <a:gd name="T4" fmla="*/ 20 w 431"/>
                <a:gd name="T5" fmla="*/ 106 h 380"/>
                <a:gd name="T6" fmla="*/ 0 w 431"/>
                <a:gd name="T7" fmla="*/ 142 h 380"/>
                <a:gd name="T8" fmla="*/ 0 w 431"/>
                <a:gd name="T9" fmla="*/ 357 h 380"/>
                <a:gd name="T10" fmla="*/ 24 w 431"/>
                <a:gd name="T11" fmla="*/ 380 h 380"/>
                <a:gd name="T12" fmla="*/ 124 w 431"/>
                <a:gd name="T13" fmla="*/ 380 h 380"/>
                <a:gd name="T14" fmla="*/ 148 w 431"/>
                <a:gd name="T15" fmla="*/ 357 h 380"/>
                <a:gd name="T16" fmla="*/ 148 w 431"/>
                <a:gd name="T17" fmla="*/ 258 h 380"/>
                <a:gd name="T18" fmla="*/ 171 w 431"/>
                <a:gd name="T19" fmla="*/ 235 h 380"/>
                <a:gd name="T20" fmla="*/ 260 w 431"/>
                <a:gd name="T21" fmla="*/ 235 h 380"/>
                <a:gd name="T22" fmla="*/ 283 w 431"/>
                <a:gd name="T23" fmla="*/ 258 h 380"/>
                <a:gd name="T24" fmla="*/ 283 w 431"/>
                <a:gd name="T25" fmla="*/ 357 h 380"/>
                <a:gd name="T26" fmla="*/ 307 w 431"/>
                <a:gd name="T27" fmla="*/ 380 h 380"/>
                <a:gd name="T28" fmla="*/ 407 w 431"/>
                <a:gd name="T29" fmla="*/ 380 h 380"/>
                <a:gd name="T30" fmla="*/ 431 w 431"/>
                <a:gd name="T31" fmla="*/ 357 h 380"/>
                <a:gd name="T32" fmla="*/ 431 w 431"/>
                <a:gd name="T33" fmla="*/ 142 h 380"/>
                <a:gd name="T34" fmla="*/ 410 w 431"/>
                <a:gd name="T35" fmla="*/ 107 h 380"/>
                <a:gd name="T36" fmla="*/ 231 w 431"/>
                <a:gd name="T37" fmla="*/ 6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1" h="380">
                  <a:moveTo>
                    <a:pt x="231" y="6"/>
                  </a:moveTo>
                  <a:cubicBezTo>
                    <a:pt x="220" y="0"/>
                    <a:pt x="201" y="0"/>
                    <a:pt x="190" y="7"/>
                  </a:cubicBezTo>
                  <a:cubicBezTo>
                    <a:pt x="20" y="106"/>
                    <a:pt x="20" y="106"/>
                    <a:pt x="20" y="106"/>
                  </a:cubicBezTo>
                  <a:cubicBezTo>
                    <a:pt x="9" y="113"/>
                    <a:pt x="0" y="129"/>
                    <a:pt x="0" y="142"/>
                  </a:cubicBezTo>
                  <a:cubicBezTo>
                    <a:pt x="0" y="357"/>
                    <a:pt x="0" y="357"/>
                    <a:pt x="0" y="357"/>
                  </a:cubicBezTo>
                  <a:cubicBezTo>
                    <a:pt x="0" y="370"/>
                    <a:pt x="10" y="380"/>
                    <a:pt x="24" y="380"/>
                  </a:cubicBezTo>
                  <a:cubicBezTo>
                    <a:pt x="124" y="380"/>
                    <a:pt x="124" y="380"/>
                    <a:pt x="124" y="380"/>
                  </a:cubicBezTo>
                  <a:cubicBezTo>
                    <a:pt x="137" y="380"/>
                    <a:pt x="148" y="370"/>
                    <a:pt x="148" y="357"/>
                  </a:cubicBezTo>
                  <a:cubicBezTo>
                    <a:pt x="148" y="258"/>
                    <a:pt x="148" y="258"/>
                    <a:pt x="148" y="258"/>
                  </a:cubicBezTo>
                  <a:cubicBezTo>
                    <a:pt x="148" y="245"/>
                    <a:pt x="158" y="235"/>
                    <a:pt x="171" y="235"/>
                  </a:cubicBezTo>
                  <a:cubicBezTo>
                    <a:pt x="260" y="235"/>
                    <a:pt x="260" y="235"/>
                    <a:pt x="260" y="235"/>
                  </a:cubicBezTo>
                  <a:cubicBezTo>
                    <a:pt x="273" y="235"/>
                    <a:pt x="283" y="245"/>
                    <a:pt x="283" y="258"/>
                  </a:cubicBezTo>
                  <a:cubicBezTo>
                    <a:pt x="283" y="357"/>
                    <a:pt x="283" y="357"/>
                    <a:pt x="283" y="357"/>
                  </a:cubicBezTo>
                  <a:cubicBezTo>
                    <a:pt x="283" y="370"/>
                    <a:pt x="294" y="380"/>
                    <a:pt x="307" y="380"/>
                  </a:cubicBezTo>
                  <a:cubicBezTo>
                    <a:pt x="407" y="380"/>
                    <a:pt x="407" y="380"/>
                    <a:pt x="407" y="380"/>
                  </a:cubicBezTo>
                  <a:cubicBezTo>
                    <a:pt x="420" y="380"/>
                    <a:pt x="431" y="370"/>
                    <a:pt x="431" y="357"/>
                  </a:cubicBezTo>
                  <a:cubicBezTo>
                    <a:pt x="431" y="142"/>
                    <a:pt x="431" y="142"/>
                    <a:pt x="431" y="142"/>
                  </a:cubicBezTo>
                  <a:cubicBezTo>
                    <a:pt x="431" y="129"/>
                    <a:pt x="422" y="113"/>
                    <a:pt x="410" y="107"/>
                  </a:cubicBezTo>
                  <a:lnTo>
                    <a:pt x="231"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85" name="Freeform 3768"/>
            <p:cNvSpPr/>
            <p:nvPr/>
          </p:nvSpPr>
          <p:spPr bwMode="auto">
            <a:xfrm>
              <a:off x="2162176" y="-104775"/>
              <a:ext cx="1655763" cy="552450"/>
            </a:xfrm>
            <a:custGeom>
              <a:avLst/>
              <a:gdLst>
                <a:gd name="T0" fmla="*/ 516 w 521"/>
                <a:gd name="T1" fmla="*/ 165 h 174"/>
                <a:gd name="T2" fmla="*/ 487 w 521"/>
                <a:gd name="T3" fmla="*/ 167 h 174"/>
                <a:gd name="T4" fmla="*/ 276 w 521"/>
                <a:gd name="T5" fmla="*/ 45 h 174"/>
                <a:gd name="T6" fmla="*/ 235 w 521"/>
                <a:gd name="T7" fmla="*/ 45 h 174"/>
                <a:gd name="T8" fmla="*/ 34 w 521"/>
                <a:gd name="T9" fmla="*/ 167 h 174"/>
                <a:gd name="T10" fmla="*/ 5 w 521"/>
                <a:gd name="T11" fmla="*/ 165 h 174"/>
                <a:gd name="T12" fmla="*/ 16 w 521"/>
                <a:gd name="T13" fmla="*/ 138 h 174"/>
                <a:gd name="T14" fmla="*/ 235 w 521"/>
                <a:gd name="T15" fmla="*/ 7 h 174"/>
                <a:gd name="T16" fmla="*/ 276 w 521"/>
                <a:gd name="T17" fmla="*/ 6 h 174"/>
                <a:gd name="T18" fmla="*/ 504 w 521"/>
                <a:gd name="T19" fmla="*/ 139 h 174"/>
                <a:gd name="T20" fmla="*/ 516 w 521"/>
                <a:gd name="T21" fmla="*/ 16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174">
                  <a:moveTo>
                    <a:pt x="516" y="165"/>
                  </a:moveTo>
                  <a:cubicBezTo>
                    <a:pt x="512" y="173"/>
                    <a:pt x="499" y="174"/>
                    <a:pt x="487" y="167"/>
                  </a:cubicBezTo>
                  <a:cubicBezTo>
                    <a:pt x="276" y="45"/>
                    <a:pt x="276" y="45"/>
                    <a:pt x="276" y="45"/>
                  </a:cubicBezTo>
                  <a:cubicBezTo>
                    <a:pt x="265" y="38"/>
                    <a:pt x="247" y="38"/>
                    <a:pt x="235" y="45"/>
                  </a:cubicBezTo>
                  <a:cubicBezTo>
                    <a:pt x="34" y="167"/>
                    <a:pt x="34" y="167"/>
                    <a:pt x="34" y="167"/>
                  </a:cubicBezTo>
                  <a:cubicBezTo>
                    <a:pt x="22" y="174"/>
                    <a:pt x="9" y="173"/>
                    <a:pt x="5" y="165"/>
                  </a:cubicBezTo>
                  <a:cubicBezTo>
                    <a:pt x="0" y="157"/>
                    <a:pt x="5" y="145"/>
                    <a:pt x="16" y="138"/>
                  </a:cubicBezTo>
                  <a:cubicBezTo>
                    <a:pt x="235" y="7"/>
                    <a:pt x="235" y="7"/>
                    <a:pt x="235" y="7"/>
                  </a:cubicBezTo>
                  <a:cubicBezTo>
                    <a:pt x="246" y="0"/>
                    <a:pt x="265" y="0"/>
                    <a:pt x="276" y="6"/>
                  </a:cubicBezTo>
                  <a:cubicBezTo>
                    <a:pt x="504" y="139"/>
                    <a:pt x="504" y="139"/>
                    <a:pt x="504" y="139"/>
                  </a:cubicBezTo>
                  <a:cubicBezTo>
                    <a:pt x="515" y="145"/>
                    <a:pt x="521" y="157"/>
                    <a:pt x="516" y="1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2" name="文本框 11"/>
          <p:cNvSpPr txBox="1"/>
          <p:nvPr/>
        </p:nvSpPr>
        <p:spPr>
          <a:xfrm>
            <a:off x="9309802" y="4839593"/>
            <a:ext cx="1894299" cy="1031629"/>
          </a:xfrm>
          <a:prstGeom prst="rect">
            <a:avLst/>
          </a:prstGeom>
          <a:noFill/>
          <a:ln w="9525">
            <a:noFill/>
          </a:ln>
        </p:spPr>
        <p:txBody>
          <a:bodyPr wrap="square">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4" name="文本框 3"/>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圆: 空心 14"/>
          <p:cNvSpPr/>
          <p:nvPr/>
        </p:nvSpPr>
        <p:spPr>
          <a:xfrm>
            <a:off x="2131764" y="1741448"/>
            <a:ext cx="1828800" cy="1828800"/>
          </a:xfrm>
          <a:prstGeom prst="donut">
            <a:avLst/>
          </a:prstGeom>
          <a:gradFill>
            <a:gsLst>
              <a:gs pos="0">
                <a:schemeClr val="bg1">
                  <a:alpha val="0"/>
                </a:schemeClr>
              </a:gs>
              <a:gs pos="100000">
                <a:srgbClr val="56A4D3"/>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i="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7" name="文本框 16"/>
          <p:cNvSpPr txBox="1"/>
          <p:nvPr/>
        </p:nvSpPr>
        <p:spPr>
          <a:xfrm>
            <a:off x="1879521" y="1681089"/>
            <a:ext cx="2751530" cy="3416320"/>
          </a:xfrm>
          <a:prstGeom prst="rect">
            <a:avLst/>
          </a:prstGeom>
          <a:noFill/>
        </p:spPr>
        <p:txBody>
          <a:bodyPr wrap="square" rtlCol="0">
            <a:spAutoFit/>
          </a:bodyPr>
          <a:lstStyle/>
          <a:p>
            <a:pPr algn="ctr"/>
            <a:r>
              <a:rPr lang="zh-CN" altLang="en-US" sz="21600" dirty="0">
                <a:effectLst>
                  <a:outerShdw blurRad="25400" dist="12700" dir="2700000" algn="tl">
                    <a:srgbClr val="000000">
                      <a:alpha val="30000"/>
                    </a:srgbClr>
                  </a:outerShdw>
                </a:effectLst>
                <a:latin typeface="思源宋体 CN Heavy" panose="02020900000000000000" pitchFamily="18" charset="-122"/>
                <a:ea typeface="思源宋体 CN Heavy" panose="02020900000000000000" pitchFamily="18" charset="-122"/>
                <a:cs typeface="阿里巴巴普惠体" panose="00020600040101010101" charset="-122"/>
                <a:sym typeface="阿里巴巴普惠体"/>
              </a:rPr>
              <a:t>叁</a:t>
            </a:r>
          </a:p>
        </p:txBody>
      </p:sp>
      <p:sp>
        <p:nvSpPr>
          <p:cNvPr id="19" name="矩形 18"/>
          <p:cNvSpPr/>
          <p:nvPr/>
        </p:nvSpPr>
        <p:spPr>
          <a:xfrm>
            <a:off x="5518672" y="2012457"/>
            <a:ext cx="4737787" cy="117951"/>
          </a:xfrm>
          <a:prstGeom prst="rect">
            <a:avLst/>
          </a:prstGeom>
          <a:gradFill>
            <a:gsLst>
              <a:gs pos="0">
                <a:schemeClr val="bg1">
                  <a:alpha val="0"/>
                </a:schemeClr>
              </a:gs>
              <a:gs pos="100000">
                <a:srgbClr val="56A4D3"/>
              </a:gs>
            </a:gsLst>
            <a:lin ang="12000000" scaled="0"/>
          </a:gra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0" name="文本框 19"/>
          <p:cNvSpPr txBox="1"/>
          <p:nvPr/>
        </p:nvSpPr>
        <p:spPr>
          <a:xfrm>
            <a:off x="5410105" y="2372451"/>
            <a:ext cx="3624304" cy="639868"/>
          </a:xfrm>
          <a:prstGeom prst="rect">
            <a:avLst/>
          </a:prstGeom>
          <a:noFill/>
          <a:effectLst/>
        </p:spPr>
        <p:txBody>
          <a:bodyPr wrap="square" lIns="85039" tIns="42520" rIns="85039" bIns="42520" rtlCol="0">
            <a:spAutoFit/>
          </a:bodyPr>
          <a:lstStyle/>
          <a:p>
            <a:r>
              <a:rPr lang="en-US" altLang="zh-CN" sz="3600" dirty="0">
                <a:latin typeface="微软雅黑" panose="020B0503020204020204" pitchFamily="34" charset="-122"/>
                <a:ea typeface="微软雅黑" panose="020B0503020204020204" pitchFamily="34" charset="-122"/>
                <a:cs typeface="阿里巴巴普惠体" panose="00020600040101010101" charset="-122"/>
                <a:sym typeface="阿里巴巴普惠体"/>
              </a:rPr>
              <a:t>PART – O3</a:t>
            </a:r>
            <a:endParaRPr lang="zh-CN" altLang="en-US" sz="36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1" name="PA-文本框 88"/>
          <p:cNvSpPr txBox="1"/>
          <p:nvPr>
            <p:custDataLst>
              <p:tags r:id="rId2"/>
            </p:custDataLst>
          </p:nvPr>
        </p:nvSpPr>
        <p:spPr>
          <a:xfrm>
            <a:off x="5518672" y="4075542"/>
            <a:ext cx="5147535" cy="586251"/>
          </a:xfrm>
          <a:prstGeom prst="rect">
            <a:avLst/>
          </a:prstGeom>
          <a:noFill/>
        </p:spPr>
        <p:txBody>
          <a:bodyPr wrap="square" lIns="0" tIns="0" rIns="0" bIns="0" rtlCol="0">
            <a:spAutoFit/>
          </a:bodyPr>
          <a:lstStyle/>
          <a:p>
            <a:pPr hangingPunct="0">
              <a:lnSpc>
                <a:spcPct val="130000"/>
              </a:lnSpc>
            </a:pPr>
            <a:r>
              <a:rPr lang="en-US" altLang="zh-CN" sz="1000" spc="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Lorem Ipsum is simply dummy text of the printing and typesetting industry. Lorem Ipsum is simply dummy text of the printing and typesetting industry. </a:t>
            </a:r>
          </a:p>
        </p:txBody>
      </p:sp>
      <p:sp>
        <p:nvSpPr>
          <p:cNvPr id="22" name="文本框 21"/>
          <p:cNvSpPr txBox="1"/>
          <p:nvPr/>
        </p:nvSpPr>
        <p:spPr>
          <a:xfrm>
            <a:off x="5410105" y="3012319"/>
            <a:ext cx="6003948" cy="1101533"/>
          </a:xfrm>
          <a:prstGeom prst="rect">
            <a:avLst/>
          </a:prstGeom>
          <a:noFill/>
          <a:effectLst/>
        </p:spPr>
        <p:txBody>
          <a:bodyPr wrap="square" lIns="85039" tIns="42520" rIns="85039" bIns="42520" rtlCol="0">
            <a:spAutoFit/>
          </a:bodyPr>
          <a:lstStyle>
            <a:defPPr>
              <a:defRPr lang="zh-CN"/>
            </a:defPPr>
            <a:lvl1pPr>
              <a:defRPr kumimoji="1" sz="6600">
                <a:latin typeface="汉仪大宋简" panose="02010609000101010101" pitchFamily="49" charset="-122"/>
                <a:ea typeface="汉仪大宋简" panose="02010609000101010101" pitchFamily="49" charset="-122"/>
              </a:defRPr>
            </a:lvl1pPr>
          </a:lstStyle>
          <a:p>
            <a:r>
              <a:rPr lang="zh-CN" altLang="en-US" dirty="0">
                <a:latin typeface="思源宋体 CN Heavy" panose="02020900000000000000" pitchFamily="18" charset="-122"/>
                <a:ea typeface="思源宋体 CN Heavy" panose="02020900000000000000" pitchFamily="18" charset="-122"/>
              </a:rPr>
              <a:t>问题不足讨论</a:t>
            </a:r>
          </a:p>
        </p:txBody>
      </p:sp>
      <p:grpSp>
        <p:nvGrpSpPr>
          <p:cNvPr id="2" name="组合 1"/>
          <p:cNvGrpSpPr/>
          <p:nvPr/>
        </p:nvGrpSpPr>
        <p:grpSpPr>
          <a:xfrm>
            <a:off x="270412" y="297072"/>
            <a:ext cx="11584839" cy="713374"/>
            <a:chOff x="263598" y="297072"/>
            <a:chExt cx="11584839" cy="713374"/>
          </a:xfrm>
        </p:grpSpPr>
        <p:sp>
          <p:nvSpPr>
            <p:cNvPr id="3" name="文本框 2"/>
            <p:cNvSpPr txBox="1"/>
            <p:nvPr/>
          </p:nvSpPr>
          <p:spPr>
            <a:xfrm>
              <a:off x="263598" y="297072"/>
              <a:ext cx="1547218" cy="523220"/>
            </a:xfrm>
            <a:prstGeom prst="rect">
              <a:avLst/>
            </a:prstGeom>
            <a:noFill/>
          </p:spPr>
          <p:txBody>
            <a:bodyPr wrap="none" rtlCol="0">
              <a:spAutoFit/>
            </a:bodyPr>
            <a:lstStyle/>
            <a:p>
              <a:r>
                <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rPr>
                <a:t>第一</a:t>
              </a:r>
              <a:r>
                <a:rPr kumimoji="1" lang="en-US" altLang="zh-CN" sz="2800" dirty="0">
                  <a:solidFill>
                    <a:prstClr val="black"/>
                  </a:solidFill>
                  <a:latin typeface="微软雅黑" panose="020B0503020204020204" pitchFamily="34" charset="-122"/>
                  <a:ea typeface="微软雅黑" panose="020B0503020204020204" pitchFamily="34" charset="-122"/>
                  <a:sym typeface="阿里巴巴普惠体"/>
                </a:rPr>
                <a:t>PPT</a:t>
              </a:r>
              <a:endPar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endParaRPr>
            </a:p>
          </p:txBody>
        </p:sp>
        <p:sp>
          <p:nvSpPr>
            <p:cNvPr id="4" name="文本框 3"/>
            <p:cNvSpPr txBox="1"/>
            <p:nvPr/>
          </p:nvSpPr>
          <p:spPr>
            <a:xfrm>
              <a:off x="329937" y="748836"/>
              <a:ext cx="1645920" cy="261610"/>
            </a:xfrm>
            <a:prstGeom prst="rect">
              <a:avLst/>
            </a:prstGeom>
            <a:noFill/>
          </p:spPr>
          <p:txBody>
            <a:bodyPr wrap="square" rtlCol="0">
              <a:spAutoFit/>
            </a:bodyPr>
            <a:lstStyle/>
            <a:p>
              <a:pPr algn="dist"/>
              <a:r>
                <a:rPr kumimoji="1" lang="en-US" altLang="zh-CN" sz="1050" dirty="0">
                  <a:latin typeface="微软雅黑" panose="020B0503020204020204" pitchFamily="34" charset="-122"/>
                  <a:ea typeface="微软雅黑" panose="020B0503020204020204" pitchFamily="34" charset="-122"/>
                </a:rPr>
                <a:t>COMPANY</a:t>
              </a:r>
              <a:r>
                <a:rPr kumimoji="1" lang="zh-CN" altLang="en-US" sz="1050" dirty="0">
                  <a:latin typeface="微软雅黑" panose="020B0503020204020204" pitchFamily="34" charset="-122"/>
                  <a:ea typeface="微软雅黑" panose="020B0503020204020204" pitchFamily="34" charset="-122"/>
                </a:rPr>
                <a:t> </a:t>
              </a:r>
              <a:r>
                <a:rPr kumimoji="1" lang="en-US" altLang="zh-CN" sz="1050" dirty="0">
                  <a:latin typeface="微软雅黑" panose="020B0503020204020204" pitchFamily="34" charset="-122"/>
                  <a:ea typeface="微软雅黑" panose="020B0503020204020204" pitchFamily="34" charset="-122"/>
                </a:rPr>
                <a:t>SLOGAN</a:t>
              </a:r>
            </a:p>
          </p:txBody>
        </p:sp>
        <p:sp>
          <p:nvSpPr>
            <p:cNvPr id="5" name="文本框 4"/>
            <p:cNvSpPr txBox="1"/>
            <p:nvPr/>
          </p:nvSpPr>
          <p:spPr>
            <a:xfrm>
              <a:off x="9286242" y="337712"/>
              <a:ext cx="2562195" cy="260350"/>
            </a:xfrm>
            <a:prstGeom prst="rect">
              <a:avLst/>
            </a:prstGeom>
            <a:noFill/>
          </p:spPr>
          <p:txBody>
            <a:bodyPr wrap="square" rtlCol="0">
              <a:spAutoFit/>
            </a:bodyPr>
            <a:lstStyle/>
            <a:p>
              <a:pPr algn="dist"/>
              <a:endParaRPr kumimoji="1" lang="en-US" altLang="zh-CN" sz="1100" dirty="0">
                <a:latin typeface="微软雅黑" panose="020B0503020204020204" pitchFamily="34" charset="-122"/>
                <a:ea typeface="微软雅黑" panose="020B0503020204020204" pitchFamily="34" charset="-122"/>
              </a:endParaRPr>
            </a:p>
          </p:txBody>
        </p:sp>
      </p:grpSp>
      <p:sp>
        <p:nvSpPr>
          <p:cNvPr id="6" name="文本框 5"/>
          <p:cNvSpPr txBox="1"/>
          <p:nvPr/>
        </p:nvSpPr>
        <p:spPr>
          <a:xfrm>
            <a:off x="3209365" y="6214312"/>
            <a:ext cx="5773270" cy="307777"/>
          </a:xfrm>
          <a:prstGeom prst="rect">
            <a:avLst/>
          </a:prstGeom>
          <a:noFill/>
        </p:spPr>
        <p:txBody>
          <a:bodyPr wrap="square" rtlCol="0">
            <a:spAutoFit/>
          </a:bodyPr>
          <a:lstStyle/>
          <a:p>
            <a:pPr algn="dist"/>
            <a:r>
              <a:rPr kumimoji="1" lang="zh-CN" altLang="en-US" sz="1400" dirty="0">
                <a:solidFill>
                  <a:schemeClr val="bg1"/>
                </a:solidFill>
                <a:latin typeface="思源宋体 CN Heavy" panose="02020900000000000000" pitchFamily="18" charset="-122"/>
                <a:ea typeface="思源宋体 CN Heavy" panose="02020900000000000000" pitchFamily="18" charset="-122"/>
                <a:sym typeface="阿里巴巴普惠体"/>
              </a:rPr>
              <a:t>第一</a:t>
            </a:r>
            <a:r>
              <a:rPr kumimoji="1" lang="en-US" altLang="zh-CN" sz="1400" dirty="0">
                <a:solidFill>
                  <a:schemeClr val="bg1"/>
                </a:solidFill>
                <a:latin typeface="思源宋体 CN Heavy" panose="02020900000000000000" pitchFamily="18" charset="-122"/>
                <a:ea typeface="思源宋体 CN Heavy" panose="02020900000000000000" pitchFamily="18" charset="-122"/>
                <a:sym typeface="阿里巴巴普惠体"/>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商务办公系列</a:t>
            </a:r>
            <a:r>
              <a:rPr kumimoji="1" lang="en-US" altLang="zh-CN" sz="1400" dirty="0">
                <a:solidFill>
                  <a:schemeClr val="bg1"/>
                </a:solidFill>
                <a:latin typeface="思源宋体 CN Heavy" panose="02020900000000000000" pitchFamily="18" charset="-122"/>
                <a:ea typeface="思源宋体 CN Heavy" panose="02020900000000000000" pitchFamily="18" charset="-122"/>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模板</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78"/>
          <p:cNvGrpSpPr/>
          <p:nvPr/>
        </p:nvGrpSpPr>
        <p:grpSpPr>
          <a:xfrm>
            <a:off x="1057276" y="1430121"/>
            <a:ext cx="10017124" cy="4273731"/>
            <a:chOff x="1057276" y="1430121"/>
            <a:chExt cx="10017124" cy="4273731"/>
          </a:xfrm>
        </p:grpSpPr>
        <p:grpSp>
          <p:nvGrpSpPr>
            <p:cNvPr id="17" name="组合 16"/>
            <p:cNvGrpSpPr/>
            <p:nvPr/>
          </p:nvGrpSpPr>
          <p:grpSpPr>
            <a:xfrm>
              <a:off x="1057276" y="1430121"/>
              <a:ext cx="10017124" cy="4273731"/>
              <a:chOff x="1057276" y="1430121"/>
              <a:chExt cx="10017124" cy="4273731"/>
            </a:xfrm>
          </p:grpSpPr>
          <p:sp>
            <p:nvSpPr>
              <p:cNvPr id="68" name="文本框 67"/>
              <p:cNvSpPr txBox="1"/>
              <p:nvPr/>
            </p:nvSpPr>
            <p:spPr>
              <a:xfrm>
                <a:off x="1057276" y="5087721"/>
                <a:ext cx="3209924" cy="616131"/>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文字尽量言简意赅，简单说明即可，不必过于繁琐，注意版面美观度。</a:t>
                </a:r>
              </a:p>
            </p:txBody>
          </p:sp>
          <p:sp>
            <p:nvSpPr>
              <p:cNvPr id="69" name="文本框 68"/>
              <p:cNvSpPr txBox="1"/>
              <p:nvPr/>
            </p:nvSpPr>
            <p:spPr>
              <a:xfrm>
                <a:off x="5629276" y="5087721"/>
                <a:ext cx="3209924" cy="616131"/>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文字尽量言简意赅，简单说明即可，不必过于繁琐，注意版面美观度。</a:t>
                </a:r>
              </a:p>
            </p:txBody>
          </p:sp>
          <p:sp>
            <p:nvSpPr>
              <p:cNvPr id="70" name="文本框 69"/>
              <p:cNvSpPr txBox="1"/>
              <p:nvPr/>
            </p:nvSpPr>
            <p:spPr>
              <a:xfrm>
                <a:off x="3292476" y="1430121"/>
                <a:ext cx="3209924" cy="616131"/>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文字尽量言简意赅，简单说明即可，不必过于繁琐，注意版面美观度。</a:t>
                </a:r>
              </a:p>
            </p:txBody>
          </p:sp>
          <p:sp>
            <p:nvSpPr>
              <p:cNvPr id="72" name="文本框 71"/>
              <p:cNvSpPr txBox="1"/>
              <p:nvPr/>
            </p:nvSpPr>
            <p:spPr>
              <a:xfrm>
                <a:off x="7864476" y="1430121"/>
                <a:ext cx="3209924" cy="616131"/>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文字尽量言简意赅，简单说明即可，不必过于繁琐，注意版面美观度。</a:t>
                </a:r>
              </a:p>
            </p:txBody>
          </p:sp>
        </p:grpSp>
        <p:grpSp>
          <p:nvGrpSpPr>
            <p:cNvPr id="75" name="组合 74"/>
            <p:cNvGrpSpPr/>
            <p:nvPr/>
          </p:nvGrpSpPr>
          <p:grpSpPr>
            <a:xfrm>
              <a:off x="1685945" y="2365144"/>
              <a:ext cx="8820111" cy="2398600"/>
              <a:chOff x="1685945" y="2365144"/>
              <a:chExt cx="8820111" cy="2398600"/>
            </a:xfrm>
          </p:grpSpPr>
          <p:grpSp>
            <p:nvGrpSpPr>
              <p:cNvPr id="65" name="组合 64"/>
              <p:cNvGrpSpPr/>
              <p:nvPr/>
            </p:nvGrpSpPr>
            <p:grpSpPr>
              <a:xfrm>
                <a:off x="2084014" y="2788156"/>
                <a:ext cx="8062965" cy="1564676"/>
                <a:chOff x="2084014" y="2788156"/>
                <a:chExt cx="8062965" cy="1564676"/>
              </a:xfrm>
            </p:grpSpPr>
            <p:sp>
              <p:nvSpPr>
                <p:cNvPr id="18" name="椭圆 17"/>
                <p:cNvSpPr/>
                <p:nvPr/>
              </p:nvSpPr>
              <p:spPr bwMode="auto">
                <a:xfrm>
                  <a:off x="2084014" y="2788156"/>
                  <a:ext cx="1488115" cy="1564676"/>
                </a:xfrm>
                <a:prstGeom prst="ellips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sz="2000" noProof="1">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9" name="椭圆 18"/>
                <p:cNvSpPr/>
                <p:nvPr/>
              </p:nvSpPr>
              <p:spPr bwMode="auto">
                <a:xfrm>
                  <a:off x="2248870" y="2961687"/>
                  <a:ext cx="1158400" cy="1217612"/>
                </a:xfrm>
                <a:prstGeom prst="ellipse">
                  <a:avLst/>
                </a:prstGeom>
                <a:solidFill>
                  <a:srgbClr val="56A4D3"/>
                </a:solidFill>
                <a:ln w="12700" cap="flat">
                  <a:noFill/>
                  <a:prstDash val="solid"/>
                  <a:miter lim="800000"/>
                </a:ln>
                <a:effectLst/>
              </p:spPr>
              <p:txBody>
                <a:bodyPr vert="horz" wrap="square" lIns="121920" tIns="60960" rIns="121920" bIns="60960" numCol="1" anchor="t" anchorCtr="0" compatLnSpc="1"/>
                <a:lstStyle/>
                <a:p>
                  <a:endParaRPr lang="zh-CN" altLang="en-US" sz="2800" noProof="1">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0" name="TextBox 127"/>
                <p:cNvSpPr txBox="1">
                  <a:spLocks noChangeArrowheads="1"/>
                </p:cNvSpPr>
                <p:nvPr/>
              </p:nvSpPr>
              <p:spPr bwMode="auto">
                <a:xfrm>
                  <a:off x="2480964" y="3216550"/>
                  <a:ext cx="867212" cy="707886"/>
                </a:xfrm>
                <a:prstGeom prst="rect">
                  <a:avLst/>
                </a:prstGeom>
                <a:noFill/>
                <a:ln w="9525">
                  <a:noFill/>
                  <a:miter lim="800000"/>
                </a:ln>
              </p:spPr>
              <p:txBody>
                <a:bodyPr>
                  <a:spAutoFit/>
                </a:bodyPr>
                <a:lstStyle/>
                <a:p>
                  <a:r>
                    <a:rPr lang="zh-CN" altLang="en-US" sz="20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21" name="椭圆 20"/>
                <p:cNvSpPr/>
                <p:nvPr/>
              </p:nvSpPr>
              <p:spPr bwMode="auto">
                <a:xfrm>
                  <a:off x="6471759" y="2788156"/>
                  <a:ext cx="1488115" cy="1564676"/>
                </a:xfrm>
                <a:prstGeom prst="ellips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sz="2000" noProof="1">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1" name="椭圆 50"/>
                <p:cNvSpPr/>
                <p:nvPr/>
              </p:nvSpPr>
              <p:spPr bwMode="auto">
                <a:xfrm>
                  <a:off x="6636614" y="2961687"/>
                  <a:ext cx="1158400" cy="1217612"/>
                </a:xfrm>
                <a:prstGeom prst="ellipse">
                  <a:avLst/>
                </a:prstGeom>
                <a:solidFill>
                  <a:srgbClr val="56A4D3"/>
                </a:solidFill>
                <a:ln w="12700" cap="flat">
                  <a:noFill/>
                  <a:prstDash val="solid"/>
                  <a:miter lim="800000"/>
                </a:ln>
                <a:effectLst/>
              </p:spPr>
              <p:txBody>
                <a:bodyPr vert="horz" wrap="square" lIns="121920" tIns="60960" rIns="121920" bIns="60960" numCol="1" anchor="t" anchorCtr="0" compatLnSpc="1"/>
                <a:lstStyle/>
                <a:p>
                  <a:endParaRPr lang="zh-CN" altLang="en-US" sz="2800" noProof="1">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6" name="TextBox 134"/>
                <p:cNvSpPr txBox="1">
                  <a:spLocks noChangeArrowheads="1"/>
                </p:cNvSpPr>
                <p:nvPr/>
              </p:nvSpPr>
              <p:spPr bwMode="auto">
                <a:xfrm>
                  <a:off x="6868709" y="3216550"/>
                  <a:ext cx="867212" cy="707886"/>
                </a:xfrm>
                <a:prstGeom prst="rect">
                  <a:avLst/>
                </a:prstGeom>
                <a:noFill/>
                <a:ln w="9525">
                  <a:noFill/>
                  <a:miter lim="800000"/>
                </a:ln>
              </p:spPr>
              <p:txBody>
                <a:bodyPr>
                  <a:spAutoFit/>
                </a:bodyPr>
                <a:lstStyle/>
                <a:p>
                  <a:r>
                    <a:rPr lang="zh-CN" altLang="en-US" sz="20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57" name="椭圆 56"/>
                <p:cNvSpPr/>
                <p:nvPr/>
              </p:nvSpPr>
              <p:spPr bwMode="auto">
                <a:xfrm>
                  <a:off x="4295211" y="2788156"/>
                  <a:ext cx="1486649" cy="156467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sz="2000" noProof="1">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8" name="椭圆 57"/>
                <p:cNvSpPr/>
                <p:nvPr/>
              </p:nvSpPr>
              <p:spPr bwMode="auto">
                <a:xfrm>
                  <a:off x="4460088" y="2961687"/>
                  <a:ext cx="1156892" cy="1217612"/>
                </a:xfrm>
                <a:prstGeom prst="ellipse">
                  <a:avLst/>
                </a:prstGeom>
                <a:solidFill>
                  <a:srgbClr val="EA7912"/>
                </a:solidFill>
                <a:ln w="12700" cap="flat">
                  <a:noFill/>
                  <a:prstDash val="solid"/>
                  <a:miter lim="800000"/>
                </a:ln>
                <a:effectLst/>
              </p:spPr>
              <p:txBody>
                <a:bodyPr vert="horz" wrap="square" lIns="121920" tIns="60960" rIns="121920" bIns="60960" numCol="1" anchor="t" anchorCtr="0" compatLnSpc="1"/>
                <a:lstStyle/>
                <a:p>
                  <a:endParaRPr lang="zh-CN" altLang="en-US" sz="2800" noProof="1">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9" name="TextBox 141"/>
                <p:cNvSpPr txBox="1">
                  <a:spLocks noChangeArrowheads="1"/>
                </p:cNvSpPr>
                <p:nvPr/>
              </p:nvSpPr>
              <p:spPr bwMode="auto">
                <a:xfrm>
                  <a:off x="4691771" y="3216550"/>
                  <a:ext cx="866359" cy="707886"/>
                </a:xfrm>
                <a:prstGeom prst="rect">
                  <a:avLst/>
                </a:prstGeom>
                <a:noFill/>
                <a:ln w="9525">
                  <a:noFill/>
                  <a:miter lim="800000"/>
                </a:ln>
              </p:spPr>
              <p:txBody>
                <a:bodyPr>
                  <a:spAutoFit/>
                </a:bodyPr>
                <a:lstStyle/>
                <a:p>
                  <a:r>
                    <a:rPr lang="zh-CN" altLang="en-US" sz="20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61" name="椭圆 60"/>
                <p:cNvSpPr/>
                <p:nvPr/>
              </p:nvSpPr>
              <p:spPr bwMode="auto">
                <a:xfrm>
                  <a:off x="8660330" y="2788156"/>
                  <a:ext cx="1486649" cy="1564676"/>
                </a:xfrm>
                <a:prstGeom prst="ellips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sz="2000" noProof="1">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2" name="椭圆 61"/>
                <p:cNvSpPr/>
                <p:nvPr/>
              </p:nvSpPr>
              <p:spPr bwMode="auto">
                <a:xfrm>
                  <a:off x="8825207" y="2961687"/>
                  <a:ext cx="1156892" cy="1217612"/>
                </a:xfrm>
                <a:prstGeom prst="ellipse">
                  <a:avLst/>
                </a:prstGeom>
                <a:solidFill>
                  <a:srgbClr val="EA7912"/>
                </a:solidFill>
                <a:ln w="12700" cap="flat">
                  <a:noFill/>
                  <a:prstDash val="solid"/>
                  <a:miter lim="800000"/>
                </a:ln>
                <a:effectLst/>
              </p:spPr>
              <p:txBody>
                <a:bodyPr vert="horz" wrap="square" lIns="121920" tIns="60960" rIns="121920" bIns="60960" numCol="1" anchor="t" anchorCtr="0" compatLnSpc="1"/>
                <a:lstStyle/>
                <a:p>
                  <a:endParaRPr lang="zh-CN" altLang="en-US" sz="2800" noProof="1">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3" name="TextBox 148"/>
                <p:cNvSpPr txBox="1">
                  <a:spLocks noChangeArrowheads="1"/>
                </p:cNvSpPr>
                <p:nvPr/>
              </p:nvSpPr>
              <p:spPr bwMode="auto">
                <a:xfrm>
                  <a:off x="9056890" y="3216550"/>
                  <a:ext cx="866359" cy="707886"/>
                </a:xfrm>
                <a:prstGeom prst="rect">
                  <a:avLst/>
                </a:prstGeom>
                <a:noFill/>
                <a:ln w="9525">
                  <a:noFill/>
                  <a:miter lim="800000"/>
                </a:ln>
              </p:spPr>
              <p:txBody>
                <a:bodyPr>
                  <a:spAutoFit/>
                </a:bodyPr>
                <a:lstStyle/>
                <a:p>
                  <a:r>
                    <a:rPr lang="zh-CN" altLang="en-US" sz="20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grpSp>
          <p:grpSp>
            <p:nvGrpSpPr>
              <p:cNvPr id="74" name="组合 73"/>
              <p:cNvGrpSpPr/>
              <p:nvPr/>
            </p:nvGrpSpPr>
            <p:grpSpPr>
              <a:xfrm>
                <a:off x="1685945" y="2365144"/>
                <a:ext cx="8820111" cy="2398600"/>
                <a:chOff x="1685945" y="2365144"/>
                <a:chExt cx="8820111" cy="2398600"/>
              </a:xfrm>
            </p:grpSpPr>
            <p:sp>
              <p:nvSpPr>
                <p:cNvPr id="66" name="Arc 54"/>
                <p:cNvSpPr/>
                <p:nvPr/>
              </p:nvSpPr>
              <p:spPr bwMode="auto">
                <a:xfrm>
                  <a:off x="6096000" y="2376931"/>
                  <a:ext cx="2205029" cy="2386813"/>
                </a:xfrm>
                <a:prstGeom prst="arc">
                  <a:avLst>
                    <a:gd name="adj1" fmla="val 21449734"/>
                    <a:gd name="adj2" fmla="val 10900343"/>
                  </a:avLst>
                </a:prstGeom>
                <a:noFill/>
                <a:ln w="76200" cap="rnd">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txBody>
                <a:bodyPr anchor="ctr"/>
                <a:lstStyle/>
                <a:p>
                  <a:pPr algn="ctr" fontAlgn="auto" hangingPunct="0">
                    <a:defRPr/>
                  </a:pPr>
                  <a:endParaRPr lang="en-US" sz="2000" noProof="1">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7" name="Arc 42"/>
                <p:cNvSpPr/>
                <p:nvPr/>
              </p:nvSpPr>
              <p:spPr bwMode="auto">
                <a:xfrm>
                  <a:off x="1685945" y="2376931"/>
                  <a:ext cx="2205029" cy="2386813"/>
                </a:xfrm>
                <a:prstGeom prst="arc">
                  <a:avLst>
                    <a:gd name="adj1" fmla="val 21449734"/>
                    <a:gd name="adj2" fmla="val 10900343"/>
                  </a:avLst>
                </a:prstGeom>
                <a:noFill/>
                <a:ln w="76200" cap="rnd">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txBody>
                <a:bodyPr anchor="ctr"/>
                <a:lstStyle/>
                <a:p>
                  <a:pPr algn="ctr" fontAlgn="auto" hangingPunct="0">
                    <a:defRPr/>
                  </a:pPr>
                  <a:endParaRPr lang="en-US" sz="2000" noProof="1">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71" name="Arc 40"/>
                <p:cNvSpPr/>
                <p:nvPr/>
              </p:nvSpPr>
              <p:spPr bwMode="auto">
                <a:xfrm rot="10800000">
                  <a:off x="3890974" y="2365144"/>
                  <a:ext cx="2205027" cy="2386813"/>
                </a:xfrm>
                <a:prstGeom prst="arc">
                  <a:avLst>
                    <a:gd name="adj1" fmla="val 21449734"/>
                    <a:gd name="adj2" fmla="val 10900343"/>
                  </a:avLst>
                </a:prstGeom>
                <a:noFill/>
                <a:ln w="76200" cap="rnd">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txBody>
                <a:bodyPr anchor="ctr"/>
                <a:lstStyle/>
                <a:p>
                  <a:pPr algn="ctr" fontAlgn="auto" hangingPunct="0">
                    <a:defRPr/>
                  </a:pPr>
                  <a:endParaRPr lang="en-US" sz="2000" noProof="1">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73" name="Arc 52"/>
                <p:cNvSpPr/>
                <p:nvPr/>
              </p:nvSpPr>
              <p:spPr bwMode="auto">
                <a:xfrm rot="10800000">
                  <a:off x="8301029" y="2365144"/>
                  <a:ext cx="2205027" cy="2386813"/>
                </a:xfrm>
                <a:prstGeom prst="arc">
                  <a:avLst>
                    <a:gd name="adj1" fmla="val 21449734"/>
                    <a:gd name="adj2" fmla="val 10900343"/>
                  </a:avLst>
                </a:prstGeom>
                <a:noFill/>
                <a:ln w="76200" cap="rnd">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txBody>
                <a:bodyPr anchor="ctr"/>
                <a:lstStyle/>
                <a:p>
                  <a:pPr algn="ctr" fontAlgn="auto" hangingPunct="0">
                    <a:defRPr/>
                  </a:pPr>
                  <a:endParaRPr lang="en-US" sz="2000" noProof="1">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grpSp>
      <p:sp>
        <p:nvSpPr>
          <p:cNvPr id="4" name="文本框 3"/>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dur="50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barn(inVertical)">
                                      <p:cBhvr>
                                        <p:cTn id="7"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custDataLst>
              <p:tags r:id="rId2"/>
            </p:custDataLst>
          </p:nvPr>
        </p:nvGrpSpPr>
        <p:grpSpPr>
          <a:xfrm>
            <a:off x="474980" y="1906978"/>
            <a:ext cx="11321415" cy="3501260"/>
            <a:chOff x="1878" y="3882"/>
            <a:chExt cx="15203" cy="4701"/>
          </a:xfrm>
        </p:grpSpPr>
        <p:grpSp>
          <p:nvGrpSpPr>
            <p:cNvPr id="36" name="组合 35"/>
            <p:cNvGrpSpPr/>
            <p:nvPr/>
          </p:nvGrpSpPr>
          <p:grpSpPr>
            <a:xfrm>
              <a:off x="1878" y="3882"/>
              <a:ext cx="15203" cy="4701"/>
              <a:chOff x="1878" y="3882"/>
              <a:chExt cx="15203" cy="4701"/>
            </a:xfrm>
          </p:grpSpPr>
          <p:pic>
            <p:nvPicPr>
              <p:cNvPr id="35" name="图形"/>
              <p:cNvPicPr>
                <a:picLocks noChangeAspect="1"/>
              </p:cNvPicPr>
              <p:nvPr>
                <p:custDataLst>
                  <p:tags r:id="rId7"/>
                </p:custDataLst>
              </p:nvPr>
            </p:nvPicPr>
            <p:blipFill>
              <a:blip r:embed="rId33" cstate="email">
                <a:extLst>
                  <a:ext uri="{28A0092B-C50C-407E-A947-70E740481C1C}">
                    <a14:useLocalDpi xmlns:a14="http://schemas.microsoft.com/office/drawing/2010/main"/>
                  </a:ext>
                </a:extLst>
              </a:blip>
              <a:srcRect/>
              <a:stretch>
                <a:fillRect/>
              </a:stretch>
            </p:blipFill>
            <p:spPr>
              <a:xfrm>
                <a:off x="7261" y="3882"/>
                <a:ext cx="4701" cy="4701"/>
              </a:xfrm>
              <a:prstGeom prst="ellipse">
                <a:avLst/>
              </a:prstGeom>
            </p:spPr>
          </p:pic>
          <p:grpSp>
            <p:nvGrpSpPr>
              <p:cNvPr id="5" name="Group 2"/>
              <p:cNvGrpSpPr/>
              <p:nvPr/>
            </p:nvGrpSpPr>
            <p:grpSpPr>
              <a:xfrm>
                <a:off x="11389" y="4198"/>
                <a:ext cx="5692" cy="1538"/>
                <a:chOff x="6425014" y="639274"/>
                <a:chExt cx="4797088" cy="1296000"/>
              </a:xfrm>
            </p:grpSpPr>
            <p:cxnSp>
              <p:nvCxnSpPr>
                <p:cNvPr id="151" name="图形"/>
                <p:cNvCxnSpPr/>
                <p:nvPr>
                  <p:custDataLst>
                    <p:tags r:id="rId26"/>
                  </p:custDataLst>
                </p:nvPr>
              </p:nvCxnSpPr>
              <p:spPr>
                <a:xfrm>
                  <a:off x="6425014" y="1295119"/>
                  <a:ext cx="822222" cy="0"/>
                </a:xfrm>
                <a:prstGeom prst="line">
                  <a:avLst/>
                </a:prstGeom>
                <a:ln w="12700">
                  <a:solidFill>
                    <a:srgbClr val="56A4D3"/>
                  </a:solidFill>
                  <a:prstDash val="dash"/>
                </a:ln>
              </p:spPr>
              <p:style>
                <a:lnRef idx="1">
                  <a:schemeClr val="accent1"/>
                </a:lnRef>
                <a:fillRef idx="0">
                  <a:schemeClr val="accent1"/>
                </a:fillRef>
                <a:effectRef idx="0">
                  <a:schemeClr val="accent1"/>
                </a:effectRef>
                <a:fontRef idx="minor">
                  <a:schemeClr val="tx1"/>
                </a:fontRef>
              </p:style>
            </p:cxnSp>
            <p:grpSp>
              <p:nvGrpSpPr>
                <p:cNvPr id="155" name="Group 154"/>
                <p:cNvGrpSpPr/>
                <p:nvPr/>
              </p:nvGrpSpPr>
              <p:grpSpPr>
                <a:xfrm>
                  <a:off x="7231344" y="639274"/>
                  <a:ext cx="3990758" cy="1296000"/>
                  <a:chOff x="7231344" y="639274"/>
                  <a:chExt cx="3990758" cy="1296000"/>
                </a:xfrm>
              </p:grpSpPr>
              <p:grpSp>
                <p:nvGrpSpPr>
                  <p:cNvPr id="129" name="Group 128"/>
                  <p:cNvGrpSpPr/>
                  <p:nvPr/>
                </p:nvGrpSpPr>
                <p:grpSpPr>
                  <a:xfrm>
                    <a:off x="7231344" y="639274"/>
                    <a:ext cx="3990758" cy="1296000"/>
                    <a:chOff x="4670987" y="2314819"/>
                    <a:chExt cx="4537182" cy="1473452"/>
                  </a:xfrm>
                </p:grpSpPr>
                <p:grpSp>
                  <p:nvGrpSpPr>
                    <p:cNvPr id="134" name="Group 133"/>
                    <p:cNvGrpSpPr/>
                    <p:nvPr/>
                  </p:nvGrpSpPr>
                  <p:grpSpPr>
                    <a:xfrm>
                      <a:off x="4719742" y="2314819"/>
                      <a:ext cx="4488427" cy="1473452"/>
                      <a:chOff x="4719742" y="2314819"/>
                      <a:chExt cx="4488427" cy="1473452"/>
                    </a:xfrm>
                  </p:grpSpPr>
                  <p:sp>
                    <p:nvSpPr>
                      <p:cNvPr id="136" name="图形"/>
                      <p:cNvSpPr/>
                      <p:nvPr>
                        <p:custDataLst>
                          <p:tags r:id="rId30"/>
                        </p:custDataLst>
                      </p:nvPr>
                    </p:nvSpPr>
                    <p:spPr>
                      <a:xfrm>
                        <a:off x="4788571" y="2363953"/>
                        <a:ext cx="4419598" cy="1375186"/>
                      </a:xfrm>
                      <a:custGeom>
                        <a:avLst/>
                        <a:gdLst>
                          <a:gd name="connsiteX0" fmla="*/ 890337 w 5727030"/>
                          <a:gd name="connsiteY0" fmla="*/ 0 h 1782001"/>
                          <a:gd name="connsiteX1" fmla="*/ 4836692 w 5727030"/>
                          <a:gd name="connsiteY1" fmla="*/ 0 h 1782001"/>
                          <a:gd name="connsiteX2" fmla="*/ 4836692 w 5727030"/>
                          <a:gd name="connsiteY2" fmla="*/ 1327 h 1782001"/>
                          <a:gd name="connsiteX3" fmla="*/ 4836693 w 5727030"/>
                          <a:gd name="connsiteY3" fmla="*/ 1327 h 1782001"/>
                          <a:gd name="connsiteX4" fmla="*/ 5727030 w 5727030"/>
                          <a:gd name="connsiteY4" fmla="*/ 891664 h 1782001"/>
                          <a:gd name="connsiteX5" fmla="*/ 4836693 w 5727030"/>
                          <a:gd name="connsiteY5" fmla="*/ 1782001 h 1782001"/>
                          <a:gd name="connsiteX6" fmla="*/ 4836673 w 5727030"/>
                          <a:gd name="connsiteY6" fmla="*/ 1782000 h 1782001"/>
                          <a:gd name="connsiteX7" fmla="*/ 890357 w 5727030"/>
                          <a:gd name="connsiteY7" fmla="*/ 1782000 h 1782001"/>
                          <a:gd name="connsiteX8" fmla="*/ 890337 w 5727030"/>
                          <a:gd name="connsiteY8" fmla="*/ 1782001 h 1782001"/>
                          <a:gd name="connsiteX9" fmla="*/ 0 w 5727030"/>
                          <a:gd name="connsiteY9" fmla="*/ 891664 h 1782001"/>
                          <a:gd name="connsiteX10" fmla="*/ 890337 w 5727030"/>
                          <a:gd name="connsiteY10" fmla="*/ 1327 h 178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27030" h="1782001">
                            <a:moveTo>
                              <a:pt x="890337" y="0"/>
                            </a:moveTo>
                            <a:lnTo>
                              <a:pt x="4836692" y="0"/>
                            </a:lnTo>
                            <a:lnTo>
                              <a:pt x="4836692" y="1327"/>
                            </a:lnTo>
                            <a:lnTo>
                              <a:pt x="4836693" y="1327"/>
                            </a:lnTo>
                            <a:cubicBezTo>
                              <a:pt x="5328413" y="1327"/>
                              <a:pt x="5727030" y="399944"/>
                              <a:pt x="5727030" y="891664"/>
                            </a:cubicBezTo>
                            <a:cubicBezTo>
                              <a:pt x="5727030" y="1383384"/>
                              <a:pt x="5328413" y="1782001"/>
                              <a:pt x="4836693" y="1782001"/>
                            </a:cubicBezTo>
                            <a:lnTo>
                              <a:pt x="4836673" y="1782000"/>
                            </a:lnTo>
                            <a:lnTo>
                              <a:pt x="890357" y="1782000"/>
                            </a:lnTo>
                            <a:lnTo>
                              <a:pt x="890337" y="1782001"/>
                            </a:lnTo>
                            <a:cubicBezTo>
                              <a:pt x="398617" y="1782001"/>
                              <a:pt x="0" y="1383384"/>
                              <a:pt x="0" y="891664"/>
                            </a:cubicBezTo>
                            <a:cubicBezTo>
                              <a:pt x="0" y="399944"/>
                              <a:pt x="398617" y="1327"/>
                              <a:pt x="890337" y="1327"/>
                            </a:cubicBezTo>
                            <a:close/>
                          </a:path>
                        </a:pathLst>
                      </a:custGeom>
                      <a:gradFill>
                        <a:gsLst>
                          <a:gs pos="17000">
                            <a:schemeClr val="bg1">
                              <a:alpha val="0"/>
                            </a:schemeClr>
                          </a:gs>
                          <a:gs pos="99000">
                            <a:schemeClr val="bg1">
                              <a:lumMod val="95000"/>
                            </a:schemeClr>
                          </a:gs>
                        </a:gsLst>
                        <a:lin ang="192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37" name="图形"/>
                      <p:cNvSpPr/>
                      <p:nvPr>
                        <p:custDataLst>
                          <p:tags r:id="rId31"/>
                        </p:custDataLst>
                      </p:nvPr>
                    </p:nvSpPr>
                    <p:spPr>
                      <a:xfrm>
                        <a:off x="4719742" y="2314819"/>
                        <a:ext cx="991876" cy="1473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35" name="图形"/>
                    <p:cNvSpPr/>
                    <p:nvPr>
                      <p:custDataLst>
                        <p:tags r:id="rId29"/>
                      </p:custDataLst>
                    </p:nvPr>
                  </p:nvSpPr>
                  <p:spPr>
                    <a:xfrm flipH="1">
                      <a:off x="4670987" y="2364976"/>
                      <a:ext cx="804663" cy="1374162"/>
                    </a:xfrm>
                    <a:custGeom>
                      <a:avLst/>
                      <a:gdLst>
                        <a:gd name="connsiteX0" fmla="*/ 0 w 804663"/>
                        <a:gd name="connsiteY0" fmla="*/ 0 h 1374162"/>
                        <a:gd name="connsiteX1" fmla="*/ 0 w 804663"/>
                        <a:gd name="connsiteY1" fmla="*/ 1374162 h 1374162"/>
                        <a:gd name="connsiteX2" fmla="*/ 138469 w 804663"/>
                        <a:gd name="connsiteY2" fmla="*/ 1360203 h 1374162"/>
                        <a:gd name="connsiteX3" fmla="*/ 645388 w 804663"/>
                        <a:gd name="connsiteY3" fmla="*/ 923322 h 1374162"/>
                        <a:gd name="connsiteX4" fmla="*/ 647999 w 804663"/>
                        <a:gd name="connsiteY4" fmla="*/ 913658 h 1374162"/>
                        <a:gd name="connsiteX5" fmla="*/ 804663 w 804663"/>
                        <a:gd name="connsiteY5" fmla="*/ 686569 h 1374162"/>
                        <a:gd name="connsiteX6" fmla="*/ 647544 w 804663"/>
                        <a:gd name="connsiteY6" fmla="*/ 458822 h 1374162"/>
                        <a:gd name="connsiteX7" fmla="*/ 645388 w 804663"/>
                        <a:gd name="connsiteY7" fmla="*/ 450840 h 1374162"/>
                        <a:gd name="connsiteX8" fmla="*/ 138469 w 804663"/>
                        <a:gd name="connsiteY8" fmla="*/ 13959 h 137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4663" h="1374162">
                          <a:moveTo>
                            <a:pt x="0" y="0"/>
                          </a:moveTo>
                          <a:lnTo>
                            <a:pt x="0" y="1374162"/>
                          </a:lnTo>
                          <a:lnTo>
                            <a:pt x="138469" y="1360203"/>
                          </a:lnTo>
                          <a:cubicBezTo>
                            <a:pt x="373287" y="1312152"/>
                            <a:pt x="564472" y="1144314"/>
                            <a:pt x="645388" y="923322"/>
                          </a:cubicBezTo>
                          <a:lnTo>
                            <a:pt x="647999" y="913658"/>
                          </a:lnTo>
                          <a:lnTo>
                            <a:pt x="804663" y="686569"/>
                          </a:lnTo>
                          <a:lnTo>
                            <a:pt x="647544" y="458822"/>
                          </a:lnTo>
                          <a:lnTo>
                            <a:pt x="645388" y="450840"/>
                          </a:lnTo>
                          <a:cubicBezTo>
                            <a:pt x="564472" y="229848"/>
                            <a:pt x="373287" y="62010"/>
                            <a:pt x="138469" y="13959"/>
                          </a:cubicBezTo>
                          <a:close/>
                        </a:path>
                      </a:pathLst>
                    </a:cu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6000" dirty="0">
                        <a:solidFill>
                          <a:schemeClr val="tx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41" name="图形"/>
                  <p:cNvSpPr/>
                  <p:nvPr>
                    <p:custDataLst>
                      <p:tags r:id="rId27"/>
                    </p:custDataLst>
                  </p:nvPr>
                </p:nvSpPr>
                <p:spPr>
                  <a:xfrm>
                    <a:off x="7477890" y="826063"/>
                    <a:ext cx="922422" cy="9224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43" name="图形"/>
                  <p:cNvSpPr>
                    <a:spLocks noChangeArrowheads="1"/>
                  </p:cNvSpPr>
                  <p:nvPr>
                    <p:custDataLst>
                      <p:tags r:id="rId28"/>
                    </p:custDataLst>
                  </p:nvPr>
                </p:nvSpPr>
                <p:spPr bwMode="auto">
                  <a:xfrm>
                    <a:off x="7729551" y="1077724"/>
                    <a:ext cx="419100" cy="419100"/>
                  </a:xfrm>
                  <a:custGeom>
                    <a:avLst/>
                    <a:gdLst>
                      <a:gd name="T0" fmla="*/ 902 w 1166"/>
                      <a:gd name="T1" fmla="*/ 757 h 1165"/>
                      <a:gd name="T2" fmla="*/ 758 w 1166"/>
                      <a:gd name="T3" fmla="*/ 757 h 1165"/>
                      <a:gd name="T4" fmla="*/ 758 w 1166"/>
                      <a:gd name="T5" fmla="*/ 525 h 1165"/>
                      <a:gd name="T6" fmla="*/ 640 w 1166"/>
                      <a:gd name="T7" fmla="*/ 525 h 1165"/>
                      <a:gd name="T8" fmla="*/ 640 w 1166"/>
                      <a:gd name="T9" fmla="*/ 757 h 1165"/>
                      <a:gd name="T10" fmla="*/ 495 w 1166"/>
                      <a:gd name="T11" fmla="*/ 757 h 1165"/>
                      <a:gd name="T12" fmla="*/ 700 w 1166"/>
                      <a:gd name="T13" fmla="*/ 962 h 1165"/>
                      <a:gd name="T14" fmla="*/ 902 w 1166"/>
                      <a:gd name="T15" fmla="*/ 757 h 1165"/>
                      <a:gd name="T16" fmla="*/ 263 w 1166"/>
                      <a:gd name="T17" fmla="*/ 407 h 1165"/>
                      <a:gd name="T18" fmla="*/ 408 w 1166"/>
                      <a:gd name="T19" fmla="*/ 407 h 1165"/>
                      <a:gd name="T20" fmla="*/ 408 w 1166"/>
                      <a:gd name="T21" fmla="*/ 639 h 1165"/>
                      <a:gd name="T22" fmla="*/ 525 w 1166"/>
                      <a:gd name="T23" fmla="*/ 639 h 1165"/>
                      <a:gd name="T24" fmla="*/ 525 w 1166"/>
                      <a:gd name="T25" fmla="*/ 407 h 1165"/>
                      <a:gd name="T26" fmla="*/ 670 w 1166"/>
                      <a:gd name="T27" fmla="*/ 407 h 1165"/>
                      <a:gd name="T28" fmla="*/ 465 w 1166"/>
                      <a:gd name="T29" fmla="*/ 202 h 1165"/>
                      <a:gd name="T30" fmla="*/ 263 w 1166"/>
                      <a:gd name="T31" fmla="*/ 407 h 1165"/>
                      <a:gd name="T32" fmla="*/ 583 w 1166"/>
                      <a:gd name="T33" fmla="*/ 0 h 1165"/>
                      <a:gd name="T34" fmla="*/ 1165 w 1166"/>
                      <a:gd name="T35" fmla="*/ 582 h 1165"/>
                      <a:gd name="T36" fmla="*/ 583 w 1166"/>
                      <a:gd name="T37" fmla="*/ 1164 h 1165"/>
                      <a:gd name="T38" fmla="*/ 0 w 1166"/>
                      <a:gd name="T39" fmla="*/ 582 h 1165"/>
                      <a:gd name="T40" fmla="*/ 583 w 1166"/>
                      <a:gd name="T41"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6" h="1165">
                        <a:moveTo>
                          <a:pt x="902" y="757"/>
                        </a:moveTo>
                        <a:lnTo>
                          <a:pt x="758" y="757"/>
                        </a:lnTo>
                        <a:lnTo>
                          <a:pt x="758" y="525"/>
                        </a:lnTo>
                        <a:lnTo>
                          <a:pt x="640" y="525"/>
                        </a:lnTo>
                        <a:lnTo>
                          <a:pt x="640" y="757"/>
                        </a:lnTo>
                        <a:lnTo>
                          <a:pt x="495" y="757"/>
                        </a:lnTo>
                        <a:lnTo>
                          <a:pt x="700" y="962"/>
                        </a:lnTo>
                        <a:lnTo>
                          <a:pt x="902" y="757"/>
                        </a:lnTo>
                        <a:close/>
                        <a:moveTo>
                          <a:pt x="263" y="407"/>
                        </a:moveTo>
                        <a:lnTo>
                          <a:pt x="408" y="407"/>
                        </a:lnTo>
                        <a:lnTo>
                          <a:pt x="408" y="639"/>
                        </a:lnTo>
                        <a:lnTo>
                          <a:pt x="525" y="639"/>
                        </a:lnTo>
                        <a:lnTo>
                          <a:pt x="525" y="407"/>
                        </a:lnTo>
                        <a:lnTo>
                          <a:pt x="670" y="407"/>
                        </a:lnTo>
                        <a:lnTo>
                          <a:pt x="465" y="202"/>
                        </a:lnTo>
                        <a:lnTo>
                          <a:pt x="263" y="407"/>
                        </a:lnTo>
                        <a:close/>
                        <a:moveTo>
                          <a:pt x="583" y="0"/>
                        </a:moveTo>
                        <a:cubicBezTo>
                          <a:pt x="905" y="0"/>
                          <a:pt x="1165" y="259"/>
                          <a:pt x="1165" y="582"/>
                        </a:cubicBezTo>
                        <a:cubicBezTo>
                          <a:pt x="1165" y="905"/>
                          <a:pt x="905" y="1164"/>
                          <a:pt x="583" y="1164"/>
                        </a:cubicBezTo>
                        <a:cubicBezTo>
                          <a:pt x="260" y="1164"/>
                          <a:pt x="0" y="905"/>
                          <a:pt x="0" y="582"/>
                        </a:cubicBezTo>
                        <a:cubicBezTo>
                          <a:pt x="0" y="259"/>
                          <a:pt x="260" y="0"/>
                          <a:pt x="583" y="0"/>
                        </a:cubicBezTo>
                        <a:close/>
                      </a:path>
                    </a:pathLst>
                  </a:custGeom>
                  <a:solidFill>
                    <a:srgbClr val="56A4D3"/>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grpSp>
            <p:nvGrpSpPr>
              <p:cNvPr id="7" name="Group 2"/>
              <p:cNvGrpSpPr/>
              <p:nvPr/>
            </p:nvGrpSpPr>
            <p:grpSpPr>
              <a:xfrm>
                <a:off x="11318" y="6498"/>
                <a:ext cx="5692" cy="1538"/>
                <a:chOff x="6425014" y="639274"/>
                <a:chExt cx="4797088" cy="1296000"/>
              </a:xfrm>
            </p:grpSpPr>
            <p:cxnSp>
              <p:nvCxnSpPr>
                <p:cNvPr id="8" name="图形"/>
                <p:cNvCxnSpPr/>
                <p:nvPr>
                  <p:custDataLst>
                    <p:tags r:id="rId20"/>
                  </p:custDataLst>
                </p:nvPr>
              </p:nvCxnSpPr>
              <p:spPr>
                <a:xfrm>
                  <a:off x="6425014" y="1295119"/>
                  <a:ext cx="822222" cy="0"/>
                </a:xfrm>
                <a:prstGeom prst="line">
                  <a:avLst/>
                </a:prstGeom>
                <a:ln w="12700">
                  <a:solidFill>
                    <a:srgbClr val="EA7912"/>
                  </a:solidFill>
                  <a:prstDash val="dash"/>
                </a:ln>
              </p:spPr>
              <p:style>
                <a:lnRef idx="1">
                  <a:schemeClr val="accent1"/>
                </a:lnRef>
                <a:fillRef idx="0">
                  <a:schemeClr val="accent1"/>
                </a:fillRef>
                <a:effectRef idx="0">
                  <a:schemeClr val="accent1"/>
                </a:effectRef>
                <a:fontRef idx="minor">
                  <a:schemeClr val="tx1"/>
                </a:fontRef>
              </p:style>
            </p:cxnSp>
            <p:grpSp>
              <p:nvGrpSpPr>
                <p:cNvPr id="9" name="Group 154"/>
                <p:cNvGrpSpPr/>
                <p:nvPr/>
              </p:nvGrpSpPr>
              <p:grpSpPr>
                <a:xfrm>
                  <a:off x="7231344" y="639274"/>
                  <a:ext cx="3990758" cy="1296000"/>
                  <a:chOff x="7231344" y="639274"/>
                  <a:chExt cx="3990758" cy="1296000"/>
                </a:xfrm>
              </p:grpSpPr>
              <p:grpSp>
                <p:nvGrpSpPr>
                  <p:cNvPr id="10" name="Group 128"/>
                  <p:cNvGrpSpPr/>
                  <p:nvPr/>
                </p:nvGrpSpPr>
                <p:grpSpPr>
                  <a:xfrm>
                    <a:off x="7231344" y="639274"/>
                    <a:ext cx="3990758" cy="1296000"/>
                    <a:chOff x="4670987" y="2314819"/>
                    <a:chExt cx="4537182" cy="1473452"/>
                  </a:xfrm>
                </p:grpSpPr>
                <p:grpSp>
                  <p:nvGrpSpPr>
                    <p:cNvPr id="11" name="Group 133"/>
                    <p:cNvGrpSpPr/>
                    <p:nvPr/>
                  </p:nvGrpSpPr>
                  <p:grpSpPr>
                    <a:xfrm>
                      <a:off x="4719742" y="2314819"/>
                      <a:ext cx="4488427" cy="1473452"/>
                      <a:chOff x="4719742" y="2314819"/>
                      <a:chExt cx="4488427" cy="1473452"/>
                    </a:xfrm>
                  </p:grpSpPr>
                  <p:sp>
                    <p:nvSpPr>
                      <p:cNvPr id="12" name="图形"/>
                      <p:cNvSpPr/>
                      <p:nvPr>
                        <p:custDataLst>
                          <p:tags r:id="rId24"/>
                        </p:custDataLst>
                      </p:nvPr>
                    </p:nvSpPr>
                    <p:spPr>
                      <a:xfrm>
                        <a:off x="4788571" y="2363953"/>
                        <a:ext cx="4419598" cy="1375186"/>
                      </a:xfrm>
                      <a:custGeom>
                        <a:avLst/>
                        <a:gdLst>
                          <a:gd name="connsiteX0" fmla="*/ 890337 w 5727030"/>
                          <a:gd name="connsiteY0" fmla="*/ 0 h 1782001"/>
                          <a:gd name="connsiteX1" fmla="*/ 4836692 w 5727030"/>
                          <a:gd name="connsiteY1" fmla="*/ 0 h 1782001"/>
                          <a:gd name="connsiteX2" fmla="*/ 4836692 w 5727030"/>
                          <a:gd name="connsiteY2" fmla="*/ 1327 h 1782001"/>
                          <a:gd name="connsiteX3" fmla="*/ 4836693 w 5727030"/>
                          <a:gd name="connsiteY3" fmla="*/ 1327 h 1782001"/>
                          <a:gd name="connsiteX4" fmla="*/ 5727030 w 5727030"/>
                          <a:gd name="connsiteY4" fmla="*/ 891664 h 1782001"/>
                          <a:gd name="connsiteX5" fmla="*/ 4836693 w 5727030"/>
                          <a:gd name="connsiteY5" fmla="*/ 1782001 h 1782001"/>
                          <a:gd name="connsiteX6" fmla="*/ 4836673 w 5727030"/>
                          <a:gd name="connsiteY6" fmla="*/ 1782000 h 1782001"/>
                          <a:gd name="connsiteX7" fmla="*/ 890357 w 5727030"/>
                          <a:gd name="connsiteY7" fmla="*/ 1782000 h 1782001"/>
                          <a:gd name="connsiteX8" fmla="*/ 890337 w 5727030"/>
                          <a:gd name="connsiteY8" fmla="*/ 1782001 h 1782001"/>
                          <a:gd name="connsiteX9" fmla="*/ 0 w 5727030"/>
                          <a:gd name="connsiteY9" fmla="*/ 891664 h 1782001"/>
                          <a:gd name="connsiteX10" fmla="*/ 890337 w 5727030"/>
                          <a:gd name="connsiteY10" fmla="*/ 1327 h 178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27030" h="1782001">
                            <a:moveTo>
                              <a:pt x="890337" y="0"/>
                            </a:moveTo>
                            <a:lnTo>
                              <a:pt x="4836692" y="0"/>
                            </a:lnTo>
                            <a:lnTo>
                              <a:pt x="4836692" y="1327"/>
                            </a:lnTo>
                            <a:lnTo>
                              <a:pt x="4836693" y="1327"/>
                            </a:lnTo>
                            <a:cubicBezTo>
                              <a:pt x="5328413" y="1327"/>
                              <a:pt x="5727030" y="399944"/>
                              <a:pt x="5727030" y="891664"/>
                            </a:cubicBezTo>
                            <a:cubicBezTo>
                              <a:pt x="5727030" y="1383384"/>
                              <a:pt x="5328413" y="1782001"/>
                              <a:pt x="4836693" y="1782001"/>
                            </a:cubicBezTo>
                            <a:lnTo>
                              <a:pt x="4836673" y="1782000"/>
                            </a:lnTo>
                            <a:lnTo>
                              <a:pt x="890357" y="1782000"/>
                            </a:lnTo>
                            <a:lnTo>
                              <a:pt x="890337" y="1782001"/>
                            </a:lnTo>
                            <a:cubicBezTo>
                              <a:pt x="398617" y="1782001"/>
                              <a:pt x="0" y="1383384"/>
                              <a:pt x="0" y="891664"/>
                            </a:cubicBezTo>
                            <a:cubicBezTo>
                              <a:pt x="0" y="399944"/>
                              <a:pt x="398617" y="1327"/>
                              <a:pt x="890337" y="1327"/>
                            </a:cubicBezTo>
                            <a:close/>
                          </a:path>
                        </a:pathLst>
                      </a:custGeom>
                      <a:gradFill>
                        <a:gsLst>
                          <a:gs pos="17000">
                            <a:schemeClr val="bg1">
                              <a:alpha val="0"/>
                            </a:schemeClr>
                          </a:gs>
                          <a:gs pos="99000">
                            <a:schemeClr val="bg1">
                              <a:lumMod val="95000"/>
                            </a:schemeClr>
                          </a:gs>
                        </a:gsLst>
                        <a:lin ang="192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3" name="图形"/>
                      <p:cNvSpPr/>
                      <p:nvPr>
                        <p:custDataLst>
                          <p:tags r:id="rId25"/>
                        </p:custDataLst>
                      </p:nvPr>
                    </p:nvSpPr>
                    <p:spPr>
                      <a:xfrm>
                        <a:off x="4719742" y="2314819"/>
                        <a:ext cx="991876" cy="1473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4" name="图形"/>
                    <p:cNvSpPr/>
                    <p:nvPr>
                      <p:custDataLst>
                        <p:tags r:id="rId23"/>
                      </p:custDataLst>
                    </p:nvPr>
                  </p:nvSpPr>
                  <p:spPr>
                    <a:xfrm flipH="1">
                      <a:off x="4670987" y="2364976"/>
                      <a:ext cx="804663" cy="1374162"/>
                    </a:xfrm>
                    <a:custGeom>
                      <a:avLst/>
                      <a:gdLst>
                        <a:gd name="connsiteX0" fmla="*/ 0 w 804663"/>
                        <a:gd name="connsiteY0" fmla="*/ 0 h 1374162"/>
                        <a:gd name="connsiteX1" fmla="*/ 0 w 804663"/>
                        <a:gd name="connsiteY1" fmla="*/ 1374162 h 1374162"/>
                        <a:gd name="connsiteX2" fmla="*/ 138469 w 804663"/>
                        <a:gd name="connsiteY2" fmla="*/ 1360203 h 1374162"/>
                        <a:gd name="connsiteX3" fmla="*/ 645388 w 804663"/>
                        <a:gd name="connsiteY3" fmla="*/ 923322 h 1374162"/>
                        <a:gd name="connsiteX4" fmla="*/ 647999 w 804663"/>
                        <a:gd name="connsiteY4" fmla="*/ 913658 h 1374162"/>
                        <a:gd name="connsiteX5" fmla="*/ 804663 w 804663"/>
                        <a:gd name="connsiteY5" fmla="*/ 686569 h 1374162"/>
                        <a:gd name="connsiteX6" fmla="*/ 647544 w 804663"/>
                        <a:gd name="connsiteY6" fmla="*/ 458822 h 1374162"/>
                        <a:gd name="connsiteX7" fmla="*/ 645388 w 804663"/>
                        <a:gd name="connsiteY7" fmla="*/ 450840 h 1374162"/>
                        <a:gd name="connsiteX8" fmla="*/ 138469 w 804663"/>
                        <a:gd name="connsiteY8" fmla="*/ 13959 h 137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4663" h="1374162">
                          <a:moveTo>
                            <a:pt x="0" y="0"/>
                          </a:moveTo>
                          <a:lnTo>
                            <a:pt x="0" y="1374162"/>
                          </a:lnTo>
                          <a:lnTo>
                            <a:pt x="138469" y="1360203"/>
                          </a:lnTo>
                          <a:cubicBezTo>
                            <a:pt x="373287" y="1312152"/>
                            <a:pt x="564472" y="1144314"/>
                            <a:pt x="645388" y="923322"/>
                          </a:cubicBezTo>
                          <a:lnTo>
                            <a:pt x="647999" y="913658"/>
                          </a:lnTo>
                          <a:lnTo>
                            <a:pt x="804663" y="686569"/>
                          </a:lnTo>
                          <a:lnTo>
                            <a:pt x="647544" y="458822"/>
                          </a:lnTo>
                          <a:lnTo>
                            <a:pt x="645388" y="450840"/>
                          </a:lnTo>
                          <a:cubicBezTo>
                            <a:pt x="564472" y="229848"/>
                            <a:pt x="373287" y="62010"/>
                            <a:pt x="138469" y="13959"/>
                          </a:cubicBezTo>
                          <a:close/>
                        </a:path>
                      </a:pathLst>
                    </a:cu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6000" dirty="0">
                        <a:solidFill>
                          <a:schemeClr val="tx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15" name="图形"/>
                  <p:cNvSpPr/>
                  <p:nvPr>
                    <p:custDataLst>
                      <p:tags r:id="rId21"/>
                    </p:custDataLst>
                  </p:nvPr>
                </p:nvSpPr>
                <p:spPr>
                  <a:xfrm>
                    <a:off x="7477890" y="826063"/>
                    <a:ext cx="922422" cy="9224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0" name="图形"/>
                  <p:cNvSpPr>
                    <a:spLocks noChangeArrowheads="1"/>
                  </p:cNvSpPr>
                  <p:nvPr>
                    <p:custDataLst>
                      <p:tags r:id="rId22"/>
                    </p:custDataLst>
                  </p:nvPr>
                </p:nvSpPr>
                <p:spPr bwMode="auto">
                  <a:xfrm>
                    <a:off x="7729551" y="1077724"/>
                    <a:ext cx="419100" cy="419100"/>
                  </a:xfrm>
                  <a:custGeom>
                    <a:avLst/>
                    <a:gdLst>
                      <a:gd name="T0" fmla="*/ 902 w 1166"/>
                      <a:gd name="T1" fmla="*/ 757 h 1165"/>
                      <a:gd name="T2" fmla="*/ 758 w 1166"/>
                      <a:gd name="T3" fmla="*/ 757 h 1165"/>
                      <a:gd name="T4" fmla="*/ 758 w 1166"/>
                      <a:gd name="T5" fmla="*/ 525 h 1165"/>
                      <a:gd name="T6" fmla="*/ 640 w 1166"/>
                      <a:gd name="T7" fmla="*/ 525 h 1165"/>
                      <a:gd name="T8" fmla="*/ 640 w 1166"/>
                      <a:gd name="T9" fmla="*/ 757 h 1165"/>
                      <a:gd name="T10" fmla="*/ 495 w 1166"/>
                      <a:gd name="T11" fmla="*/ 757 h 1165"/>
                      <a:gd name="T12" fmla="*/ 700 w 1166"/>
                      <a:gd name="T13" fmla="*/ 962 h 1165"/>
                      <a:gd name="T14" fmla="*/ 902 w 1166"/>
                      <a:gd name="T15" fmla="*/ 757 h 1165"/>
                      <a:gd name="T16" fmla="*/ 263 w 1166"/>
                      <a:gd name="T17" fmla="*/ 407 h 1165"/>
                      <a:gd name="T18" fmla="*/ 408 w 1166"/>
                      <a:gd name="T19" fmla="*/ 407 h 1165"/>
                      <a:gd name="T20" fmla="*/ 408 w 1166"/>
                      <a:gd name="T21" fmla="*/ 639 h 1165"/>
                      <a:gd name="T22" fmla="*/ 525 w 1166"/>
                      <a:gd name="T23" fmla="*/ 639 h 1165"/>
                      <a:gd name="T24" fmla="*/ 525 w 1166"/>
                      <a:gd name="T25" fmla="*/ 407 h 1165"/>
                      <a:gd name="T26" fmla="*/ 670 w 1166"/>
                      <a:gd name="T27" fmla="*/ 407 h 1165"/>
                      <a:gd name="T28" fmla="*/ 465 w 1166"/>
                      <a:gd name="T29" fmla="*/ 202 h 1165"/>
                      <a:gd name="T30" fmla="*/ 263 w 1166"/>
                      <a:gd name="T31" fmla="*/ 407 h 1165"/>
                      <a:gd name="T32" fmla="*/ 583 w 1166"/>
                      <a:gd name="T33" fmla="*/ 0 h 1165"/>
                      <a:gd name="T34" fmla="*/ 1165 w 1166"/>
                      <a:gd name="T35" fmla="*/ 582 h 1165"/>
                      <a:gd name="T36" fmla="*/ 583 w 1166"/>
                      <a:gd name="T37" fmla="*/ 1164 h 1165"/>
                      <a:gd name="T38" fmla="*/ 0 w 1166"/>
                      <a:gd name="T39" fmla="*/ 582 h 1165"/>
                      <a:gd name="T40" fmla="*/ 583 w 1166"/>
                      <a:gd name="T41"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6" h="1165">
                        <a:moveTo>
                          <a:pt x="902" y="757"/>
                        </a:moveTo>
                        <a:lnTo>
                          <a:pt x="758" y="757"/>
                        </a:lnTo>
                        <a:lnTo>
                          <a:pt x="758" y="525"/>
                        </a:lnTo>
                        <a:lnTo>
                          <a:pt x="640" y="525"/>
                        </a:lnTo>
                        <a:lnTo>
                          <a:pt x="640" y="757"/>
                        </a:lnTo>
                        <a:lnTo>
                          <a:pt x="495" y="757"/>
                        </a:lnTo>
                        <a:lnTo>
                          <a:pt x="700" y="962"/>
                        </a:lnTo>
                        <a:lnTo>
                          <a:pt x="902" y="757"/>
                        </a:lnTo>
                        <a:close/>
                        <a:moveTo>
                          <a:pt x="263" y="407"/>
                        </a:moveTo>
                        <a:lnTo>
                          <a:pt x="408" y="407"/>
                        </a:lnTo>
                        <a:lnTo>
                          <a:pt x="408" y="639"/>
                        </a:lnTo>
                        <a:lnTo>
                          <a:pt x="525" y="639"/>
                        </a:lnTo>
                        <a:lnTo>
                          <a:pt x="525" y="407"/>
                        </a:lnTo>
                        <a:lnTo>
                          <a:pt x="670" y="407"/>
                        </a:lnTo>
                        <a:lnTo>
                          <a:pt x="465" y="202"/>
                        </a:lnTo>
                        <a:lnTo>
                          <a:pt x="263" y="407"/>
                        </a:lnTo>
                        <a:close/>
                        <a:moveTo>
                          <a:pt x="583" y="0"/>
                        </a:moveTo>
                        <a:cubicBezTo>
                          <a:pt x="905" y="0"/>
                          <a:pt x="1165" y="259"/>
                          <a:pt x="1165" y="582"/>
                        </a:cubicBezTo>
                        <a:cubicBezTo>
                          <a:pt x="1165" y="905"/>
                          <a:pt x="905" y="1164"/>
                          <a:pt x="583" y="1164"/>
                        </a:cubicBezTo>
                        <a:cubicBezTo>
                          <a:pt x="260" y="1164"/>
                          <a:pt x="0" y="905"/>
                          <a:pt x="0" y="582"/>
                        </a:cubicBezTo>
                        <a:cubicBezTo>
                          <a:pt x="0" y="259"/>
                          <a:pt x="260" y="0"/>
                          <a:pt x="583" y="0"/>
                        </a:cubicBezTo>
                        <a:close/>
                      </a:path>
                    </a:pathLst>
                  </a:custGeom>
                  <a:solidFill>
                    <a:srgbClr val="EA7912"/>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grpSp>
            <p:nvGrpSpPr>
              <p:cNvPr id="34" name="组合 33"/>
              <p:cNvGrpSpPr/>
              <p:nvPr/>
            </p:nvGrpSpPr>
            <p:grpSpPr>
              <a:xfrm flipH="1">
                <a:off x="1878" y="4197"/>
                <a:ext cx="5763" cy="3838"/>
                <a:chOff x="11594" y="3898"/>
                <a:chExt cx="5763" cy="3838"/>
              </a:xfrm>
            </p:grpSpPr>
            <p:grpSp>
              <p:nvGrpSpPr>
                <p:cNvPr id="21" name="Group 2"/>
                <p:cNvGrpSpPr/>
                <p:nvPr/>
              </p:nvGrpSpPr>
              <p:grpSpPr>
                <a:xfrm>
                  <a:off x="11665" y="3898"/>
                  <a:ext cx="5692" cy="1538"/>
                  <a:chOff x="6425014" y="639274"/>
                  <a:chExt cx="4797088" cy="1296000"/>
                </a:xfrm>
              </p:grpSpPr>
              <p:cxnSp>
                <p:nvCxnSpPr>
                  <p:cNvPr id="22" name="图形"/>
                  <p:cNvCxnSpPr/>
                  <p:nvPr>
                    <p:custDataLst>
                      <p:tags r:id="rId14"/>
                    </p:custDataLst>
                  </p:nvPr>
                </p:nvCxnSpPr>
                <p:spPr>
                  <a:xfrm>
                    <a:off x="6425014" y="1295119"/>
                    <a:ext cx="822222" cy="0"/>
                  </a:xfrm>
                  <a:prstGeom prst="line">
                    <a:avLst/>
                  </a:prstGeom>
                  <a:ln w="12700">
                    <a:solidFill>
                      <a:srgbClr val="EA7912"/>
                    </a:solidFill>
                    <a:prstDash val="dash"/>
                  </a:ln>
                </p:spPr>
                <p:style>
                  <a:lnRef idx="1">
                    <a:schemeClr val="accent1"/>
                  </a:lnRef>
                  <a:fillRef idx="0">
                    <a:schemeClr val="accent1"/>
                  </a:fillRef>
                  <a:effectRef idx="0">
                    <a:schemeClr val="accent1"/>
                  </a:effectRef>
                  <a:fontRef idx="minor">
                    <a:schemeClr val="tx1"/>
                  </a:fontRef>
                </p:style>
              </p:cxnSp>
              <p:grpSp>
                <p:nvGrpSpPr>
                  <p:cNvPr id="23" name="Group 154"/>
                  <p:cNvGrpSpPr/>
                  <p:nvPr/>
                </p:nvGrpSpPr>
                <p:grpSpPr>
                  <a:xfrm>
                    <a:off x="7231344" y="639274"/>
                    <a:ext cx="3990758" cy="1296000"/>
                    <a:chOff x="7231344" y="639274"/>
                    <a:chExt cx="3990758" cy="1296000"/>
                  </a:xfrm>
                </p:grpSpPr>
                <p:grpSp>
                  <p:nvGrpSpPr>
                    <p:cNvPr id="24" name="Group 128"/>
                    <p:cNvGrpSpPr/>
                    <p:nvPr/>
                  </p:nvGrpSpPr>
                  <p:grpSpPr>
                    <a:xfrm>
                      <a:off x="7231344" y="639274"/>
                      <a:ext cx="3990758" cy="1296000"/>
                      <a:chOff x="4670987" y="2314819"/>
                      <a:chExt cx="4537182" cy="1473452"/>
                    </a:xfrm>
                  </p:grpSpPr>
                  <p:grpSp>
                    <p:nvGrpSpPr>
                      <p:cNvPr id="25" name="Group 133"/>
                      <p:cNvGrpSpPr/>
                      <p:nvPr/>
                    </p:nvGrpSpPr>
                    <p:grpSpPr>
                      <a:xfrm>
                        <a:off x="4719742" y="2314819"/>
                        <a:ext cx="4488427" cy="1473452"/>
                        <a:chOff x="4719742" y="2314819"/>
                        <a:chExt cx="4488427" cy="1473452"/>
                      </a:xfrm>
                    </p:grpSpPr>
                    <p:sp>
                      <p:nvSpPr>
                        <p:cNvPr id="26" name="图形"/>
                        <p:cNvSpPr/>
                        <p:nvPr>
                          <p:custDataLst>
                            <p:tags r:id="rId18"/>
                          </p:custDataLst>
                        </p:nvPr>
                      </p:nvSpPr>
                      <p:spPr>
                        <a:xfrm>
                          <a:off x="4788570" y="2363952"/>
                          <a:ext cx="4419599" cy="1375186"/>
                        </a:xfrm>
                        <a:custGeom>
                          <a:avLst/>
                          <a:gdLst>
                            <a:gd name="connsiteX0" fmla="*/ 890337 w 5727030"/>
                            <a:gd name="connsiteY0" fmla="*/ 0 h 1782001"/>
                            <a:gd name="connsiteX1" fmla="*/ 4836692 w 5727030"/>
                            <a:gd name="connsiteY1" fmla="*/ 0 h 1782001"/>
                            <a:gd name="connsiteX2" fmla="*/ 4836692 w 5727030"/>
                            <a:gd name="connsiteY2" fmla="*/ 1327 h 1782001"/>
                            <a:gd name="connsiteX3" fmla="*/ 4836693 w 5727030"/>
                            <a:gd name="connsiteY3" fmla="*/ 1327 h 1782001"/>
                            <a:gd name="connsiteX4" fmla="*/ 5727030 w 5727030"/>
                            <a:gd name="connsiteY4" fmla="*/ 891664 h 1782001"/>
                            <a:gd name="connsiteX5" fmla="*/ 4836693 w 5727030"/>
                            <a:gd name="connsiteY5" fmla="*/ 1782001 h 1782001"/>
                            <a:gd name="connsiteX6" fmla="*/ 4836673 w 5727030"/>
                            <a:gd name="connsiteY6" fmla="*/ 1782000 h 1782001"/>
                            <a:gd name="connsiteX7" fmla="*/ 890357 w 5727030"/>
                            <a:gd name="connsiteY7" fmla="*/ 1782000 h 1782001"/>
                            <a:gd name="connsiteX8" fmla="*/ 890337 w 5727030"/>
                            <a:gd name="connsiteY8" fmla="*/ 1782001 h 1782001"/>
                            <a:gd name="connsiteX9" fmla="*/ 0 w 5727030"/>
                            <a:gd name="connsiteY9" fmla="*/ 891664 h 1782001"/>
                            <a:gd name="connsiteX10" fmla="*/ 890337 w 5727030"/>
                            <a:gd name="connsiteY10" fmla="*/ 1327 h 178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27030" h="1782001">
                              <a:moveTo>
                                <a:pt x="890337" y="0"/>
                              </a:moveTo>
                              <a:lnTo>
                                <a:pt x="4836692" y="0"/>
                              </a:lnTo>
                              <a:lnTo>
                                <a:pt x="4836692" y="1327"/>
                              </a:lnTo>
                              <a:lnTo>
                                <a:pt x="4836693" y="1327"/>
                              </a:lnTo>
                              <a:cubicBezTo>
                                <a:pt x="5328413" y="1327"/>
                                <a:pt x="5727030" y="399944"/>
                                <a:pt x="5727030" y="891664"/>
                              </a:cubicBezTo>
                              <a:cubicBezTo>
                                <a:pt x="5727030" y="1383384"/>
                                <a:pt x="5328413" y="1782001"/>
                                <a:pt x="4836693" y="1782001"/>
                              </a:cubicBezTo>
                              <a:lnTo>
                                <a:pt x="4836673" y="1782000"/>
                              </a:lnTo>
                              <a:lnTo>
                                <a:pt x="890357" y="1782000"/>
                              </a:lnTo>
                              <a:lnTo>
                                <a:pt x="890337" y="1782001"/>
                              </a:lnTo>
                              <a:cubicBezTo>
                                <a:pt x="398617" y="1782001"/>
                                <a:pt x="0" y="1383384"/>
                                <a:pt x="0" y="891664"/>
                              </a:cubicBezTo>
                              <a:cubicBezTo>
                                <a:pt x="0" y="399944"/>
                                <a:pt x="398617" y="1327"/>
                                <a:pt x="890337" y="1327"/>
                              </a:cubicBezTo>
                              <a:close/>
                            </a:path>
                          </a:pathLst>
                        </a:custGeom>
                        <a:gradFill>
                          <a:gsLst>
                            <a:gs pos="17000">
                              <a:schemeClr val="bg1">
                                <a:alpha val="0"/>
                              </a:schemeClr>
                            </a:gs>
                            <a:gs pos="99000">
                              <a:schemeClr val="bg1">
                                <a:lumMod val="95000"/>
                              </a:schemeClr>
                            </a:gs>
                          </a:gsLst>
                          <a:lin ang="192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7" name="图形"/>
                        <p:cNvSpPr/>
                        <p:nvPr>
                          <p:custDataLst>
                            <p:tags r:id="rId19"/>
                          </p:custDataLst>
                        </p:nvPr>
                      </p:nvSpPr>
                      <p:spPr>
                        <a:xfrm>
                          <a:off x="4719742" y="2314819"/>
                          <a:ext cx="991876" cy="1473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28" name="图形"/>
                      <p:cNvSpPr/>
                      <p:nvPr>
                        <p:custDataLst>
                          <p:tags r:id="rId17"/>
                        </p:custDataLst>
                      </p:nvPr>
                    </p:nvSpPr>
                    <p:spPr>
                      <a:xfrm flipH="1">
                        <a:off x="4670987" y="2364976"/>
                        <a:ext cx="804663" cy="1374162"/>
                      </a:xfrm>
                      <a:custGeom>
                        <a:avLst/>
                        <a:gdLst>
                          <a:gd name="connsiteX0" fmla="*/ 0 w 804663"/>
                          <a:gd name="connsiteY0" fmla="*/ 0 h 1374162"/>
                          <a:gd name="connsiteX1" fmla="*/ 0 w 804663"/>
                          <a:gd name="connsiteY1" fmla="*/ 1374162 h 1374162"/>
                          <a:gd name="connsiteX2" fmla="*/ 138469 w 804663"/>
                          <a:gd name="connsiteY2" fmla="*/ 1360203 h 1374162"/>
                          <a:gd name="connsiteX3" fmla="*/ 645388 w 804663"/>
                          <a:gd name="connsiteY3" fmla="*/ 923322 h 1374162"/>
                          <a:gd name="connsiteX4" fmla="*/ 647999 w 804663"/>
                          <a:gd name="connsiteY4" fmla="*/ 913658 h 1374162"/>
                          <a:gd name="connsiteX5" fmla="*/ 804663 w 804663"/>
                          <a:gd name="connsiteY5" fmla="*/ 686569 h 1374162"/>
                          <a:gd name="connsiteX6" fmla="*/ 647544 w 804663"/>
                          <a:gd name="connsiteY6" fmla="*/ 458822 h 1374162"/>
                          <a:gd name="connsiteX7" fmla="*/ 645388 w 804663"/>
                          <a:gd name="connsiteY7" fmla="*/ 450840 h 1374162"/>
                          <a:gd name="connsiteX8" fmla="*/ 138469 w 804663"/>
                          <a:gd name="connsiteY8" fmla="*/ 13959 h 137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4663" h="1374162">
                            <a:moveTo>
                              <a:pt x="0" y="0"/>
                            </a:moveTo>
                            <a:lnTo>
                              <a:pt x="0" y="1374162"/>
                            </a:lnTo>
                            <a:lnTo>
                              <a:pt x="138469" y="1360203"/>
                            </a:lnTo>
                            <a:cubicBezTo>
                              <a:pt x="373287" y="1312152"/>
                              <a:pt x="564472" y="1144314"/>
                              <a:pt x="645388" y="923322"/>
                            </a:cubicBezTo>
                            <a:lnTo>
                              <a:pt x="647999" y="913658"/>
                            </a:lnTo>
                            <a:lnTo>
                              <a:pt x="804663" y="686569"/>
                            </a:lnTo>
                            <a:lnTo>
                              <a:pt x="647544" y="458822"/>
                            </a:lnTo>
                            <a:lnTo>
                              <a:pt x="645388" y="450840"/>
                            </a:lnTo>
                            <a:cubicBezTo>
                              <a:pt x="564472" y="229848"/>
                              <a:pt x="373287" y="62010"/>
                              <a:pt x="138469" y="13959"/>
                            </a:cubicBezTo>
                            <a:close/>
                          </a:path>
                        </a:pathLst>
                      </a:cu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6000" dirty="0">
                          <a:solidFill>
                            <a:schemeClr val="tx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29" name="图形"/>
                    <p:cNvSpPr/>
                    <p:nvPr>
                      <p:custDataLst>
                        <p:tags r:id="rId15"/>
                      </p:custDataLst>
                    </p:nvPr>
                  </p:nvSpPr>
                  <p:spPr>
                    <a:xfrm>
                      <a:off x="7477890" y="826063"/>
                      <a:ext cx="922422" cy="9224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0" name="图形"/>
                    <p:cNvSpPr>
                      <a:spLocks noChangeArrowheads="1"/>
                    </p:cNvSpPr>
                    <p:nvPr>
                      <p:custDataLst>
                        <p:tags r:id="rId16"/>
                      </p:custDataLst>
                    </p:nvPr>
                  </p:nvSpPr>
                  <p:spPr bwMode="auto">
                    <a:xfrm>
                      <a:off x="7729551" y="1077724"/>
                      <a:ext cx="419100" cy="419100"/>
                    </a:xfrm>
                    <a:custGeom>
                      <a:avLst/>
                      <a:gdLst>
                        <a:gd name="T0" fmla="*/ 902 w 1166"/>
                        <a:gd name="T1" fmla="*/ 757 h 1165"/>
                        <a:gd name="T2" fmla="*/ 758 w 1166"/>
                        <a:gd name="T3" fmla="*/ 757 h 1165"/>
                        <a:gd name="T4" fmla="*/ 758 w 1166"/>
                        <a:gd name="T5" fmla="*/ 525 h 1165"/>
                        <a:gd name="T6" fmla="*/ 640 w 1166"/>
                        <a:gd name="T7" fmla="*/ 525 h 1165"/>
                        <a:gd name="T8" fmla="*/ 640 w 1166"/>
                        <a:gd name="T9" fmla="*/ 757 h 1165"/>
                        <a:gd name="T10" fmla="*/ 495 w 1166"/>
                        <a:gd name="T11" fmla="*/ 757 h 1165"/>
                        <a:gd name="T12" fmla="*/ 700 w 1166"/>
                        <a:gd name="T13" fmla="*/ 962 h 1165"/>
                        <a:gd name="T14" fmla="*/ 902 w 1166"/>
                        <a:gd name="T15" fmla="*/ 757 h 1165"/>
                        <a:gd name="T16" fmla="*/ 263 w 1166"/>
                        <a:gd name="T17" fmla="*/ 407 h 1165"/>
                        <a:gd name="T18" fmla="*/ 408 w 1166"/>
                        <a:gd name="T19" fmla="*/ 407 h 1165"/>
                        <a:gd name="T20" fmla="*/ 408 w 1166"/>
                        <a:gd name="T21" fmla="*/ 639 h 1165"/>
                        <a:gd name="T22" fmla="*/ 525 w 1166"/>
                        <a:gd name="T23" fmla="*/ 639 h 1165"/>
                        <a:gd name="T24" fmla="*/ 525 w 1166"/>
                        <a:gd name="T25" fmla="*/ 407 h 1165"/>
                        <a:gd name="T26" fmla="*/ 670 w 1166"/>
                        <a:gd name="T27" fmla="*/ 407 h 1165"/>
                        <a:gd name="T28" fmla="*/ 465 w 1166"/>
                        <a:gd name="T29" fmla="*/ 202 h 1165"/>
                        <a:gd name="T30" fmla="*/ 263 w 1166"/>
                        <a:gd name="T31" fmla="*/ 407 h 1165"/>
                        <a:gd name="T32" fmla="*/ 583 w 1166"/>
                        <a:gd name="T33" fmla="*/ 0 h 1165"/>
                        <a:gd name="T34" fmla="*/ 1165 w 1166"/>
                        <a:gd name="T35" fmla="*/ 582 h 1165"/>
                        <a:gd name="T36" fmla="*/ 583 w 1166"/>
                        <a:gd name="T37" fmla="*/ 1164 h 1165"/>
                        <a:gd name="T38" fmla="*/ 0 w 1166"/>
                        <a:gd name="T39" fmla="*/ 582 h 1165"/>
                        <a:gd name="T40" fmla="*/ 583 w 1166"/>
                        <a:gd name="T41"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6" h="1165">
                          <a:moveTo>
                            <a:pt x="902" y="757"/>
                          </a:moveTo>
                          <a:lnTo>
                            <a:pt x="758" y="757"/>
                          </a:lnTo>
                          <a:lnTo>
                            <a:pt x="758" y="525"/>
                          </a:lnTo>
                          <a:lnTo>
                            <a:pt x="640" y="525"/>
                          </a:lnTo>
                          <a:lnTo>
                            <a:pt x="640" y="757"/>
                          </a:lnTo>
                          <a:lnTo>
                            <a:pt x="495" y="757"/>
                          </a:lnTo>
                          <a:lnTo>
                            <a:pt x="700" y="962"/>
                          </a:lnTo>
                          <a:lnTo>
                            <a:pt x="902" y="757"/>
                          </a:lnTo>
                          <a:close/>
                          <a:moveTo>
                            <a:pt x="263" y="407"/>
                          </a:moveTo>
                          <a:lnTo>
                            <a:pt x="408" y="407"/>
                          </a:lnTo>
                          <a:lnTo>
                            <a:pt x="408" y="639"/>
                          </a:lnTo>
                          <a:lnTo>
                            <a:pt x="525" y="639"/>
                          </a:lnTo>
                          <a:lnTo>
                            <a:pt x="525" y="407"/>
                          </a:lnTo>
                          <a:lnTo>
                            <a:pt x="670" y="407"/>
                          </a:lnTo>
                          <a:lnTo>
                            <a:pt x="465" y="202"/>
                          </a:lnTo>
                          <a:lnTo>
                            <a:pt x="263" y="407"/>
                          </a:lnTo>
                          <a:close/>
                          <a:moveTo>
                            <a:pt x="583" y="0"/>
                          </a:moveTo>
                          <a:cubicBezTo>
                            <a:pt x="905" y="0"/>
                            <a:pt x="1165" y="259"/>
                            <a:pt x="1165" y="582"/>
                          </a:cubicBezTo>
                          <a:cubicBezTo>
                            <a:pt x="1165" y="905"/>
                            <a:pt x="905" y="1164"/>
                            <a:pt x="583" y="1164"/>
                          </a:cubicBezTo>
                          <a:cubicBezTo>
                            <a:pt x="260" y="1164"/>
                            <a:pt x="0" y="905"/>
                            <a:pt x="0" y="582"/>
                          </a:cubicBezTo>
                          <a:cubicBezTo>
                            <a:pt x="0" y="259"/>
                            <a:pt x="260" y="0"/>
                            <a:pt x="583" y="0"/>
                          </a:cubicBezTo>
                          <a:close/>
                        </a:path>
                      </a:pathLst>
                    </a:custGeom>
                    <a:solidFill>
                      <a:srgbClr val="EA7912"/>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grpSp>
              <p:nvGrpSpPr>
                <p:cNvPr id="31" name="Group 2"/>
                <p:cNvGrpSpPr/>
                <p:nvPr/>
              </p:nvGrpSpPr>
              <p:grpSpPr>
                <a:xfrm>
                  <a:off x="11594" y="6198"/>
                  <a:ext cx="5692" cy="1538"/>
                  <a:chOff x="6425014" y="639274"/>
                  <a:chExt cx="4797088" cy="1296000"/>
                </a:xfrm>
              </p:grpSpPr>
              <p:cxnSp>
                <p:nvCxnSpPr>
                  <p:cNvPr id="32" name="图形"/>
                  <p:cNvCxnSpPr/>
                  <p:nvPr>
                    <p:custDataLst>
                      <p:tags r:id="rId8"/>
                    </p:custDataLst>
                  </p:nvPr>
                </p:nvCxnSpPr>
                <p:spPr>
                  <a:xfrm>
                    <a:off x="6425014" y="1295119"/>
                    <a:ext cx="822222" cy="0"/>
                  </a:xfrm>
                  <a:prstGeom prst="line">
                    <a:avLst/>
                  </a:prstGeom>
                  <a:ln w="12700">
                    <a:solidFill>
                      <a:srgbClr val="56A4D3"/>
                    </a:solidFill>
                    <a:prstDash val="dash"/>
                  </a:ln>
                </p:spPr>
                <p:style>
                  <a:lnRef idx="1">
                    <a:schemeClr val="accent1"/>
                  </a:lnRef>
                  <a:fillRef idx="0">
                    <a:schemeClr val="accent1"/>
                  </a:fillRef>
                  <a:effectRef idx="0">
                    <a:schemeClr val="accent1"/>
                  </a:effectRef>
                  <a:fontRef idx="minor">
                    <a:schemeClr val="tx1"/>
                  </a:fontRef>
                </p:style>
              </p:cxnSp>
              <p:grpSp>
                <p:nvGrpSpPr>
                  <p:cNvPr id="33" name="Group 154"/>
                  <p:cNvGrpSpPr/>
                  <p:nvPr/>
                </p:nvGrpSpPr>
                <p:grpSpPr>
                  <a:xfrm>
                    <a:off x="7231344" y="639274"/>
                    <a:ext cx="3990758" cy="1296000"/>
                    <a:chOff x="7231344" y="639274"/>
                    <a:chExt cx="3990758" cy="1296000"/>
                  </a:xfrm>
                </p:grpSpPr>
                <p:grpSp>
                  <p:nvGrpSpPr>
                    <p:cNvPr id="37" name="Group 128"/>
                    <p:cNvGrpSpPr/>
                    <p:nvPr/>
                  </p:nvGrpSpPr>
                  <p:grpSpPr>
                    <a:xfrm>
                      <a:off x="7231344" y="639274"/>
                      <a:ext cx="3990758" cy="1296000"/>
                      <a:chOff x="4670987" y="2314819"/>
                      <a:chExt cx="4537182" cy="1473452"/>
                    </a:xfrm>
                  </p:grpSpPr>
                  <p:grpSp>
                    <p:nvGrpSpPr>
                      <p:cNvPr id="38" name="Group 133"/>
                      <p:cNvGrpSpPr/>
                      <p:nvPr/>
                    </p:nvGrpSpPr>
                    <p:grpSpPr>
                      <a:xfrm>
                        <a:off x="4719742" y="2314819"/>
                        <a:ext cx="4488427" cy="1473452"/>
                        <a:chOff x="4719742" y="2314819"/>
                        <a:chExt cx="4488427" cy="1473452"/>
                      </a:xfrm>
                    </p:grpSpPr>
                    <p:sp>
                      <p:nvSpPr>
                        <p:cNvPr id="39" name="图形"/>
                        <p:cNvSpPr/>
                        <p:nvPr>
                          <p:custDataLst>
                            <p:tags r:id="rId12"/>
                          </p:custDataLst>
                        </p:nvPr>
                      </p:nvSpPr>
                      <p:spPr>
                        <a:xfrm>
                          <a:off x="4788570" y="2363952"/>
                          <a:ext cx="4419599" cy="1375186"/>
                        </a:xfrm>
                        <a:custGeom>
                          <a:avLst/>
                          <a:gdLst>
                            <a:gd name="connsiteX0" fmla="*/ 890337 w 5727030"/>
                            <a:gd name="connsiteY0" fmla="*/ 0 h 1782001"/>
                            <a:gd name="connsiteX1" fmla="*/ 4836692 w 5727030"/>
                            <a:gd name="connsiteY1" fmla="*/ 0 h 1782001"/>
                            <a:gd name="connsiteX2" fmla="*/ 4836692 w 5727030"/>
                            <a:gd name="connsiteY2" fmla="*/ 1327 h 1782001"/>
                            <a:gd name="connsiteX3" fmla="*/ 4836693 w 5727030"/>
                            <a:gd name="connsiteY3" fmla="*/ 1327 h 1782001"/>
                            <a:gd name="connsiteX4" fmla="*/ 5727030 w 5727030"/>
                            <a:gd name="connsiteY4" fmla="*/ 891664 h 1782001"/>
                            <a:gd name="connsiteX5" fmla="*/ 4836693 w 5727030"/>
                            <a:gd name="connsiteY5" fmla="*/ 1782001 h 1782001"/>
                            <a:gd name="connsiteX6" fmla="*/ 4836673 w 5727030"/>
                            <a:gd name="connsiteY6" fmla="*/ 1782000 h 1782001"/>
                            <a:gd name="connsiteX7" fmla="*/ 890357 w 5727030"/>
                            <a:gd name="connsiteY7" fmla="*/ 1782000 h 1782001"/>
                            <a:gd name="connsiteX8" fmla="*/ 890337 w 5727030"/>
                            <a:gd name="connsiteY8" fmla="*/ 1782001 h 1782001"/>
                            <a:gd name="connsiteX9" fmla="*/ 0 w 5727030"/>
                            <a:gd name="connsiteY9" fmla="*/ 891664 h 1782001"/>
                            <a:gd name="connsiteX10" fmla="*/ 890337 w 5727030"/>
                            <a:gd name="connsiteY10" fmla="*/ 1327 h 178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27030" h="1782001">
                              <a:moveTo>
                                <a:pt x="890337" y="0"/>
                              </a:moveTo>
                              <a:lnTo>
                                <a:pt x="4836692" y="0"/>
                              </a:lnTo>
                              <a:lnTo>
                                <a:pt x="4836692" y="1327"/>
                              </a:lnTo>
                              <a:lnTo>
                                <a:pt x="4836693" y="1327"/>
                              </a:lnTo>
                              <a:cubicBezTo>
                                <a:pt x="5328413" y="1327"/>
                                <a:pt x="5727030" y="399944"/>
                                <a:pt x="5727030" y="891664"/>
                              </a:cubicBezTo>
                              <a:cubicBezTo>
                                <a:pt x="5727030" y="1383384"/>
                                <a:pt x="5328413" y="1782001"/>
                                <a:pt x="4836693" y="1782001"/>
                              </a:cubicBezTo>
                              <a:lnTo>
                                <a:pt x="4836673" y="1782000"/>
                              </a:lnTo>
                              <a:lnTo>
                                <a:pt x="890357" y="1782000"/>
                              </a:lnTo>
                              <a:lnTo>
                                <a:pt x="890337" y="1782001"/>
                              </a:lnTo>
                              <a:cubicBezTo>
                                <a:pt x="398617" y="1782001"/>
                                <a:pt x="0" y="1383384"/>
                                <a:pt x="0" y="891664"/>
                              </a:cubicBezTo>
                              <a:cubicBezTo>
                                <a:pt x="0" y="399944"/>
                                <a:pt x="398617" y="1327"/>
                                <a:pt x="890337" y="1327"/>
                              </a:cubicBezTo>
                              <a:close/>
                            </a:path>
                          </a:pathLst>
                        </a:custGeom>
                        <a:gradFill>
                          <a:gsLst>
                            <a:gs pos="17000">
                              <a:schemeClr val="bg1">
                                <a:alpha val="0"/>
                              </a:schemeClr>
                            </a:gs>
                            <a:gs pos="99000">
                              <a:schemeClr val="bg1">
                                <a:lumMod val="95000"/>
                              </a:schemeClr>
                            </a:gs>
                          </a:gsLst>
                          <a:lin ang="192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0" name="图形"/>
                        <p:cNvSpPr/>
                        <p:nvPr>
                          <p:custDataLst>
                            <p:tags r:id="rId13"/>
                          </p:custDataLst>
                        </p:nvPr>
                      </p:nvSpPr>
                      <p:spPr>
                        <a:xfrm>
                          <a:off x="4719742" y="2314819"/>
                          <a:ext cx="991876" cy="1473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41" name="图形"/>
                      <p:cNvSpPr/>
                      <p:nvPr>
                        <p:custDataLst>
                          <p:tags r:id="rId11"/>
                        </p:custDataLst>
                      </p:nvPr>
                    </p:nvSpPr>
                    <p:spPr>
                      <a:xfrm flipH="1">
                        <a:off x="4670987" y="2364976"/>
                        <a:ext cx="804663" cy="1374162"/>
                      </a:xfrm>
                      <a:custGeom>
                        <a:avLst/>
                        <a:gdLst>
                          <a:gd name="connsiteX0" fmla="*/ 0 w 804663"/>
                          <a:gd name="connsiteY0" fmla="*/ 0 h 1374162"/>
                          <a:gd name="connsiteX1" fmla="*/ 0 w 804663"/>
                          <a:gd name="connsiteY1" fmla="*/ 1374162 h 1374162"/>
                          <a:gd name="connsiteX2" fmla="*/ 138469 w 804663"/>
                          <a:gd name="connsiteY2" fmla="*/ 1360203 h 1374162"/>
                          <a:gd name="connsiteX3" fmla="*/ 645388 w 804663"/>
                          <a:gd name="connsiteY3" fmla="*/ 923322 h 1374162"/>
                          <a:gd name="connsiteX4" fmla="*/ 647999 w 804663"/>
                          <a:gd name="connsiteY4" fmla="*/ 913658 h 1374162"/>
                          <a:gd name="connsiteX5" fmla="*/ 804663 w 804663"/>
                          <a:gd name="connsiteY5" fmla="*/ 686569 h 1374162"/>
                          <a:gd name="connsiteX6" fmla="*/ 647544 w 804663"/>
                          <a:gd name="connsiteY6" fmla="*/ 458822 h 1374162"/>
                          <a:gd name="connsiteX7" fmla="*/ 645388 w 804663"/>
                          <a:gd name="connsiteY7" fmla="*/ 450840 h 1374162"/>
                          <a:gd name="connsiteX8" fmla="*/ 138469 w 804663"/>
                          <a:gd name="connsiteY8" fmla="*/ 13959 h 137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4663" h="1374162">
                            <a:moveTo>
                              <a:pt x="0" y="0"/>
                            </a:moveTo>
                            <a:lnTo>
                              <a:pt x="0" y="1374162"/>
                            </a:lnTo>
                            <a:lnTo>
                              <a:pt x="138469" y="1360203"/>
                            </a:lnTo>
                            <a:cubicBezTo>
                              <a:pt x="373287" y="1312152"/>
                              <a:pt x="564472" y="1144314"/>
                              <a:pt x="645388" y="923322"/>
                            </a:cubicBezTo>
                            <a:lnTo>
                              <a:pt x="647999" y="913658"/>
                            </a:lnTo>
                            <a:lnTo>
                              <a:pt x="804663" y="686569"/>
                            </a:lnTo>
                            <a:lnTo>
                              <a:pt x="647544" y="458822"/>
                            </a:lnTo>
                            <a:lnTo>
                              <a:pt x="645388" y="450840"/>
                            </a:lnTo>
                            <a:cubicBezTo>
                              <a:pt x="564472" y="229848"/>
                              <a:pt x="373287" y="62010"/>
                              <a:pt x="138469" y="13959"/>
                            </a:cubicBezTo>
                            <a:close/>
                          </a:path>
                        </a:pathLst>
                      </a:cu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6000" dirty="0">
                          <a:solidFill>
                            <a:schemeClr val="tx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42" name="图形"/>
                    <p:cNvSpPr/>
                    <p:nvPr>
                      <p:custDataLst>
                        <p:tags r:id="rId9"/>
                      </p:custDataLst>
                    </p:nvPr>
                  </p:nvSpPr>
                  <p:spPr>
                    <a:xfrm>
                      <a:off x="7477890" y="826063"/>
                      <a:ext cx="922422" cy="9224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7" name="图形"/>
                    <p:cNvSpPr>
                      <a:spLocks noChangeArrowheads="1"/>
                    </p:cNvSpPr>
                    <p:nvPr>
                      <p:custDataLst>
                        <p:tags r:id="rId10"/>
                      </p:custDataLst>
                    </p:nvPr>
                  </p:nvSpPr>
                  <p:spPr bwMode="auto">
                    <a:xfrm>
                      <a:off x="7727549" y="1078567"/>
                      <a:ext cx="419100" cy="419099"/>
                    </a:xfrm>
                    <a:custGeom>
                      <a:avLst/>
                      <a:gdLst>
                        <a:gd name="T0" fmla="*/ 902 w 1166"/>
                        <a:gd name="T1" fmla="*/ 757 h 1165"/>
                        <a:gd name="T2" fmla="*/ 758 w 1166"/>
                        <a:gd name="T3" fmla="*/ 757 h 1165"/>
                        <a:gd name="T4" fmla="*/ 758 w 1166"/>
                        <a:gd name="T5" fmla="*/ 525 h 1165"/>
                        <a:gd name="T6" fmla="*/ 640 w 1166"/>
                        <a:gd name="T7" fmla="*/ 525 h 1165"/>
                        <a:gd name="T8" fmla="*/ 640 w 1166"/>
                        <a:gd name="T9" fmla="*/ 757 h 1165"/>
                        <a:gd name="T10" fmla="*/ 495 w 1166"/>
                        <a:gd name="T11" fmla="*/ 757 h 1165"/>
                        <a:gd name="T12" fmla="*/ 700 w 1166"/>
                        <a:gd name="T13" fmla="*/ 962 h 1165"/>
                        <a:gd name="T14" fmla="*/ 902 w 1166"/>
                        <a:gd name="T15" fmla="*/ 757 h 1165"/>
                        <a:gd name="T16" fmla="*/ 263 w 1166"/>
                        <a:gd name="T17" fmla="*/ 407 h 1165"/>
                        <a:gd name="T18" fmla="*/ 408 w 1166"/>
                        <a:gd name="T19" fmla="*/ 407 h 1165"/>
                        <a:gd name="T20" fmla="*/ 408 w 1166"/>
                        <a:gd name="T21" fmla="*/ 639 h 1165"/>
                        <a:gd name="T22" fmla="*/ 525 w 1166"/>
                        <a:gd name="T23" fmla="*/ 639 h 1165"/>
                        <a:gd name="T24" fmla="*/ 525 w 1166"/>
                        <a:gd name="T25" fmla="*/ 407 h 1165"/>
                        <a:gd name="T26" fmla="*/ 670 w 1166"/>
                        <a:gd name="T27" fmla="*/ 407 h 1165"/>
                        <a:gd name="T28" fmla="*/ 465 w 1166"/>
                        <a:gd name="T29" fmla="*/ 202 h 1165"/>
                        <a:gd name="T30" fmla="*/ 263 w 1166"/>
                        <a:gd name="T31" fmla="*/ 407 h 1165"/>
                        <a:gd name="T32" fmla="*/ 583 w 1166"/>
                        <a:gd name="T33" fmla="*/ 0 h 1165"/>
                        <a:gd name="T34" fmla="*/ 1165 w 1166"/>
                        <a:gd name="T35" fmla="*/ 582 h 1165"/>
                        <a:gd name="T36" fmla="*/ 583 w 1166"/>
                        <a:gd name="T37" fmla="*/ 1164 h 1165"/>
                        <a:gd name="T38" fmla="*/ 0 w 1166"/>
                        <a:gd name="T39" fmla="*/ 582 h 1165"/>
                        <a:gd name="T40" fmla="*/ 583 w 1166"/>
                        <a:gd name="T41"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6" h="1165">
                          <a:moveTo>
                            <a:pt x="902" y="757"/>
                          </a:moveTo>
                          <a:lnTo>
                            <a:pt x="758" y="757"/>
                          </a:lnTo>
                          <a:lnTo>
                            <a:pt x="758" y="525"/>
                          </a:lnTo>
                          <a:lnTo>
                            <a:pt x="640" y="525"/>
                          </a:lnTo>
                          <a:lnTo>
                            <a:pt x="640" y="757"/>
                          </a:lnTo>
                          <a:lnTo>
                            <a:pt x="495" y="757"/>
                          </a:lnTo>
                          <a:lnTo>
                            <a:pt x="700" y="962"/>
                          </a:lnTo>
                          <a:lnTo>
                            <a:pt x="902" y="757"/>
                          </a:lnTo>
                          <a:close/>
                          <a:moveTo>
                            <a:pt x="263" y="407"/>
                          </a:moveTo>
                          <a:lnTo>
                            <a:pt x="408" y="407"/>
                          </a:lnTo>
                          <a:lnTo>
                            <a:pt x="408" y="639"/>
                          </a:lnTo>
                          <a:lnTo>
                            <a:pt x="525" y="639"/>
                          </a:lnTo>
                          <a:lnTo>
                            <a:pt x="525" y="407"/>
                          </a:lnTo>
                          <a:lnTo>
                            <a:pt x="670" y="407"/>
                          </a:lnTo>
                          <a:lnTo>
                            <a:pt x="465" y="202"/>
                          </a:lnTo>
                          <a:lnTo>
                            <a:pt x="263" y="407"/>
                          </a:lnTo>
                          <a:close/>
                          <a:moveTo>
                            <a:pt x="583" y="0"/>
                          </a:moveTo>
                          <a:cubicBezTo>
                            <a:pt x="905" y="0"/>
                            <a:pt x="1165" y="259"/>
                            <a:pt x="1165" y="582"/>
                          </a:cubicBezTo>
                          <a:cubicBezTo>
                            <a:pt x="1165" y="905"/>
                            <a:pt x="905" y="1164"/>
                            <a:pt x="583" y="1164"/>
                          </a:cubicBezTo>
                          <a:cubicBezTo>
                            <a:pt x="260" y="1164"/>
                            <a:pt x="0" y="905"/>
                            <a:pt x="0" y="582"/>
                          </a:cubicBezTo>
                          <a:cubicBezTo>
                            <a:pt x="0" y="259"/>
                            <a:pt x="260" y="0"/>
                            <a:pt x="583" y="0"/>
                          </a:cubicBezTo>
                          <a:close/>
                        </a:path>
                      </a:pathLst>
                    </a:custGeom>
                    <a:solidFill>
                      <a:srgbClr val="56A4D3"/>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Tx/>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sz="60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grpSp>
          </p:grpSp>
        </p:grpSp>
        <p:sp>
          <p:nvSpPr>
            <p:cNvPr id="59" name="图形"/>
            <p:cNvSpPr txBox="1"/>
            <p:nvPr>
              <p:custDataLst>
                <p:tags r:id="rId3"/>
              </p:custDataLst>
            </p:nvPr>
          </p:nvSpPr>
          <p:spPr>
            <a:xfrm>
              <a:off x="13662" y="4518"/>
              <a:ext cx="2950" cy="951"/>
            </a:xfrm>
            <a:prstGeom prst="rect">
              <a:avLst/>
            </a:prstGeom>
            <a:noFill/>
          </p:spPr>
          <p:txBody>
            <a:bodyPr wrap="square"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a:t>
              </a:r>
            </a:p>
          </p:txBody>
        </p:sp>
        <p:sp>
          <p:nvSpPr>
            <p:cNvPr id="61" name="图形"/>
            <p:cNvSpPr txBox="1"/>
            <p:nvPr>
              <p:custDataLst>
                <p:tags r:id="rId4"/>
              </p:custDataLst>
            </p:nvPr>
          </p:nvSpPr>
          <p:spPr>
            <a:xfrm>
              <a:off x="13628" y="6803"/>
              <a:ext cx="2950" cy="951"/>
            </a:xfrm>
            <a:prstGeom prst="rect">
              <a:avLst/>
            </a:prstGeom>
            <a:noFill/>
          </p:spPr>
          <p:txBody>
            <a:bodyPr wrap="square"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a:t>
              </a:r>
            </a:p>
          </p:txBody>
        </p:sp>
        <p:grpSp>
          <p:nvGrpSpPr>
            <p:cNvPr id="62" name="组合 61"/>
            <p:cNvGrpSpPr/>
            <p:nvPr/>
          </p:nvGrpSpPr>
          <p:grpSpPr>
            <a:xfrm>
              <a:off x="2404" y="4520"/>
              <a:ext cx="3003" cy="3236"/>
              <a:chOff x="13981" y="4723"/>
              <a:chExt cx="3003" cy="3236"/>
            </a:xfrm>
          </p:grpSpPr>
          <p:sp>
            <p:nvSpPr>
              <p:cNvPr id="64" name="图形"/>
              <p:cNvSpPr txBox="1"/>
              <p:nvPr>
                <p:custDataLst>
                  <p:tags r:id="rId5"/>
                </p:custDataLst>
              </p:nvPr>
            </p:nvSpPr>
            <p:spPr>
              <a:xfrm>
                <a:off x="13981" y="4723"/>
                <a:ext cx="3002" cy="951"/>
              </a:xfrm>
              <a:prstGeom prst="rect">
                <a:avLst/>
              </a:prstGeom>
              <a:noFill/>
            </p:spPr>
            <p:txBody>
              <a:bodyPr wrap="square"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a:t>
                </a:r>
              </a:p>
            </p:txBody>
          </p:sp>
          <p:sp>
            <p:nvSpPr>
              <p:cNvPr id="66" name="图形"/>
              <p:cNvSpPr txBox="1"/>
              <p:nvPr>
                <p:custDataLst>
                  <p:tags r:id="rId6"/>
                </p:custDataLst>
              </p:nvPr>
            </p:nvSpPr>
            <p:spPr>
              <a:xfrm>
                <a:off x="13981" y="7008"/>
                <a:ext cx="3003" cy="951"/>
              </a:xfrm>
              <a:prstGeom prst="rect">
                <a:avLst/>
              </a:prstGeom>
              <a:noFill/>
            </p:spPr>
            <p:txBody>
              <a:bodyPr wrap="square" rtlCol="0">
                <a:spAutoFit/>
              </a:bodyPr>
              <a:lstStyle/>
              <a:p>
                <a:pP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a:t>
                </a:r>
              </a:p>
            </p:txBody>
          </p:sp>
        </p:grpSp>
      </p:grpSp>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16" dur="500"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plus(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图形"/>
          <p:cNvGrpSpPr/>
          <p:nvPr>
            <p:custDataLst>
              <p:tags r:id="rId2"/>
            </p:custDataLst>
          </p:nvPr>
        </p:nvGrpSpPr>
        <p:grpSpPr>
          <a:xfrm>
            <a:off x="1265555" y="1962551"/>
            <a:ext cx="9629140" cy="3778706"/>
            <a:chOff x="1596" y="2865"/>
            <a:chExt cx="16185" cy="6351"/>
          </a:xfrm>
        </p:grpSpPr>
        <p:sp>
          <p:nvSpPr>
            <p:cNvPr id="8" name="图形"/>
            <p:cNvSpPr/>
            <p:nvPr>
              <p:custDataLst>
                <p:tags r:id="rId3"/>
              </p:custDataLst>
            </p:nvPr>
          </p:nvSpPr>
          <p:spPr>
            <a:xfrm>
              <a:off x="1991" y="3258"/>
              <a:ext cx="2720" cy="272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 name="图形"/>
            <p:cNvSpPr/>
            <p:nvPr>
              <p:custDataLst>
                <p:tags r:id="rId4"/>
              </p:custDataLst>
            </p:nvPr>
          </p:nvSpPr>
          <p:spPr>
            <a:xfrm>
              <a:off x="2117" y="3386"/>
              <a:ext cx="2464" cy="2464"/>
            </a:xfrm>
            <a:prstGeom prst="ellipse">
              <a:avLst/>
            </a:pr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 name="图形"/>
            <p:cNvSpPr/>
            <p:nvPr>
              <p:custDataLst>
                <p:tags r:id="rId5"/>
              </p:custDataLst>
            </p:nvPr>
          </p:nvSpPr>
          <p:spPr>
            <a:xfrm>
              <a:off x="6157" y="3258"/>
              <a:ext cx="2720" cy="272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 name="图形"/>
            <p:cNvSpPr/>
            <p:nvPr>
              <p:custDataLst>
                <p:tags r:id="rId6"/>
              </p:custDataLst>
            </p:nvPr>
          </p:nvSpPr>
          <p:spPr>
            <a:xfrm rot="10800000" flipH="1">
              <a:off x="5765" y="2866"/>
              <a:ext cx="3504" cy="3504"/>
            </a:xfrm>
            <a:prstGeom prst="circularArrow">
              <a:avLst>
                <a:gd name="adj1" fmla="val 2959"/>
                <a:gd name="adj2" fmla="val 333811"/>
                <a:gd name="adj3" fmla="val 20418523"/>
                <a:gd name="adj4" fmla="val 8830923"/>
                <a:gd name="adj5" fmla="val 4518"/>
              </a:avLst>
            </a:pr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1" name="图形"/>
            <p:cNvSpPr/>
            <p:nvPr>
              <p:custDataLst>
                <p:tags r:id="rId7"/>
              </p:custDataLst>
            </p:nvPr>
          </p:nvSpPr>
          <p:spPr>
            <a:xfrm>
              <a:off x="6271" y="3386"/>
              <a:ext cx="2464" cy="2464"/>
            </a:xfrm>
            <a:prstGeom prst="ellipse">
              <a:avLst/>
            </a:pr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2" name="图形"/>
            <p:cNvSpPr/>
            <p:nvPr>
              <p:custDataLst>
                <p:tags r:id="rId8"/>
              </p:custDataLst>
            </p:nvPr>
          </p:nvSpPr>
          <p:spPr>
            <a:xfrm>
              <a:off x="10323" y="3258"/>
              <a:ext cx="2720" cy="272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8" name="图形"/>
            <p:cNvSpPr/>
            <p:nvPr>
              <p:custDataLst>
                <p:tags r:id="rId9"/>
              </p:custDataLst>
            </p:nvPr>
          </p:nvSpPr>
          <p:spPr>
            <a:xfrm rot="16200000" flipV="1">
              <a:off x="9931" y="2866"/>
              <a:ext cx="3504" cy="3504"/>
            </a:xfrm>
            <a:prstGeom prst="circularArrow">
              <a:avLst>
                <a:gd name="adj1" fmla="val 2959"/>
                <a:gd name="adj2" fmla="val 333811"/>
                <a:gd name="adj3" fmla="val 20418523"/>
                <a:gd name="adj4" fmla="val 8830923"/>
                <a:gd name="adj5" fmla="val 4518"/>
              </a:avLst>
            </a:pr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9" name="图形"/>
            <p:cNvSpPr/>
            <p:nvPr>
              <p:custDataLst>
                <p:tags r:id="rId10"/>
              </p:custDataLst>
            </p:nvPr>
          </p:nvSpPr>
          <p:spPr>
            <a:xfrm>
              <a:off x="10447" y="3386"/>
              <a:ext cx="2464" cy="2464"/>
            </a:xfrm>
            <a:prstGeom prst="ellipse">
              <a:avLst/>
            </a:pr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0" name="图形"/>
            <p:cNvSpPr/>
            <p:nvPr>
              <p:custDataLst>
                <p:tags r:id="rId11"/>
              </p:custDataLst>
            </p:nvPr>
          </p:nvSpPr>
          <p:spPr>
            <a:xfrm>
              <a:off x="14489" y="3258"/>
              <a:ext cx="2720" cy="272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1" name="图形"/>
            <p:cNvSpPr/>
            <p:nvPr>
              <p:custDataLst>
                <p:tags r:id="rId12"/>
              </p:custDataLst>
            </p:nvPr>
          </p:nvSpPr>
          <p:spPr>
            <a:xfrm>
              <a:off x="14623" y="3386"/>
              <a:ext cx="2464" cy="2464"/>
            </a:xfrm>
            <a:prstGeom prst="ellipse">
              <a:avLst/>
            </a:pr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2" name="图形"/>
            <p:cNvSpPr>
              <a:spLocks noChangeAspect="1"/>
            </p:cNvSpPr>
            <p:nvPr>
              <p:custDataLst>
                <p:tags r:id="rId13"/>
              </p:custDataLst>
            </p:nvPr>
          </p:nvSpPr>
          <p:spPr bwMode="auto">
            <a:xfrm>
              <a:off x="6761" y="4052"/>
              <a:ext cx="1511" cy="1132"/>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07639" h="455076">
                  <a:moveTo>
                    <a:pt x="25277" y="351440"/>
                  </a:moveTo>
                  <a:lnTo>
                    <a:pt x="25277" y="366639"/>
                  </a:lnTo>
                  <a:cubicBezTo>
                    <a:pt x="25277" y="367794"/>
                    <a:pt x="27680" y="372949"/>
                    <a:pt x="38272" y="380237"/>
                  </a:cubicBezTo>
                  <a:cubicBezTo>
                    <a:pt x="51089" y="389126"/>
                    <a:pt x="71115" y="397658"/>
                    <a:pt x="96036" y="404947"/>
                  </a:cubicBezTo>
                  <a:cubicBezTo>
                    <a:pt x="122649" y="412679"/>
                    <a:pt x="153801" y="418812"/>
                    <a:pt x="188602" y="423079"/>
                  </a:cubicBezTo>
                  <a:cubicBezTo>
                    <a:pt x="225095" y="427523"/>
                    <a:pt x="263812" y="429834"/>
                    <a:pt x="303775" y="429834"/>
                  </a:cubicBezTo>
                  <a:cubicBezTo>
                    <a:pt x="343828" y="429834"/>
                    <a:pt x="382545" y="427523"/>
                    <a:pt x="418948" y="423079"/>
                  </a:cubicBezTo>
                  <a:cubicBezTo>
                    <a:pt x="453838" y="418812"/>
                    <a:pt x="484901" y="412679"/>
                    <a:pt x="511514" y="404947"/>
                  </a:cubicBezTo>
                  <a:cubicBezTo>
                    <a:pt x="536524" y="397658"/>
                    <a:pt x="556461" y="389126"/>
                    <a:pt x="569367" y="380237"/>
                  </a:cubicBezTo>
                  <a:cubicBezTo>
                    <a:pt x="579870" y="372949"/>
                    <a:pt x="582273" y="367794"/>
                    <a:pt x="582273" y="366639"/>
                  </a:cubicBezTo>
                  <a:lnTo>
                    <a:pt x="582273" y="351440"/>
                  </a:lnTo>
                  <a:cubicBezTo>
                    <a:pt x="536969" y="381660"/>
                    <a:pt x="435592" y="403080"/>
                    <a:pt x="316414" y="404502"/>
                  </a:cubicBezTo>
                  <a:lnTo>
                    <a:pt x="291136" y="404502"/>
                  </a:lnTo>
                  <a:cubicBezTo>
                    <a:pt x="172047" y="403080"/>
                    <a:pt x="70581" y="381660"/>
                    <a:pt x="25277" y="351440"/>
                  </a:cubicBezTo>
                  <a:close/>
                  <a:moveTo>
                    <a:pt x="385927" y="306821"/>
                  </a:moveTo>
                  <a:cubicBezTo>
                    <a:pt x="365189" y="318731"/>
                    <a:pt x="341602" y="326286"/>
                    <a:pt x="316414" y="328241"/>
                  </a:cubicBezTo>
                  <a:lnTo>
                    <a:pt x="316414" y="379171"/>
                  </a:lnTo>
                  <a:cubicBezTo>
                    <a:pt x="351927" y="378726"/>
                    <a:pt x="386372" y="376504"/>
                    <a:pt x="418948" y="372505"/>
                  </a:cubicBezTo>
                  <a:cubicBezTo>
                    <a:pt x="453838" y="368238"/>
                    <a:pt x="484901" y="362106"/>
                    <a:pt x="511514" y="354373"/>
                  </a:cubicBezTo>
                  <a:cubicBezTo>
                    <a:pt x="525309" y="350373"/>
                    <a:pt x="537503" y="345929"/>
                    <a:pt x="547917" y="341307"/>
                  </a:cubicBezTo>
                  <a:cubicBezTo>
                    <a:pt x="537503" y="336685"/>
                    <a:pt x="525309" y="332330"/>
                    <a:pt x="511514" y="328330"/>
                  </a:cubicBezTo>
                  <a:cubicBezTo>
                    <a:pt x="484901" y="320598"/>
                    <a:pt x="453838" y="314465"/>
                    <a:pt x="418948" y="310198"/>
                  </a:cubicBezTo>
                  <a:cubicBezTo>
                    <a:pt x="408178" y="308865"/>
                    <a:pt x="397142" y="307710"/>
                    <a:pt x="385927" y="306821"/>
                  </a:cubicBezTo>
                  <a:close/>
                  <a:moveTo>
                    <a:pt x="221623" y="306821"/>
                  </a:moveTo>
                  <a:cubicBezTo>
                    <a:pt x="210498" y="307710"/>
                    <a:pt x="199461" y="308865"/>
                    <a:pt x="188602" y="310198"/>
                  </a:cubicBezTo>
                  <a:cubicBezTo>
                    <a:pt x="153801" y="314465"/>
                    <a:pt x="122649" y="320598"/>
                    <a:pt x="96036" y="328330"/>
                  </a:cubicBezTo>
                  <a:cubicBezTo>
                    <a:pt x="82330" y="332330"/>
                    <a:pt x="70047" y="336685"/>
                    <a:pt x="59722" y="341307"/>
                  </a:cubicBezTo>
                  <a:cubicBezTo>
                    <a:pt x="70047" y="345929"/>
                    <a:pt x="82330" y="350373"/>
                    <a:pt x="96036" y="354373"/>
                  </a:cubicBezTo>
                  <a:cubicBezTo>
                    <a:pt x="122649" y="362106"/>
                    <a:pt x="153801" y="368238"/>
                    <a:pt x="188602" y="372505"/>
                  </a:cubicBezTo>
                  <a:cubicBezTo>
                    <a:pt x="221178" y="376504"/>
                    <a:pt x="255623" y="378726"/>
                    <a:pt x="291136" y="379171"/>
                  </a:cubicBezTo>
                  <a:lnTo>
                    <a:pt x="291136" y="328241"/>
                  </a:lnTo>
                  <a:cubicBezTo>
                    <a:pt x="265948" y="326286"/>
                    <a:pt x="242362" y="318731"/>
                    <a:pt x="221623" y="306821"/>
                  </a:cubicBezTo>
                  <a:close/>
                  <a:moveTo>
                    <a:pt x="436215" y="261935"/>
                  </a:moveTo>
                  <a:cubicBezTo>
                    <a:pt x="430252" y="270024"/>
                    <a:pt x="423487" y="277579"/>
                    <a:pt x="416189" y="284423"/>
                  </a:cubicBezTo>
                  <a:cubicBezTo>
                    <a:pt x="484545" y="292333"/>
                    <a:pt x="540618" y="307265"/>
                    <a:pt x="574084" y="326197"/>
                  </a:cubicBezTo>
                  <a:cubicBezTo>
                    <a:pt x="580671" y="320775"/>
                    <a:pt x="582273" y="317042"/>
                    <a:pt x="582273" y="316065"/>
                  </a:cubicBezTo>
                  <a:cubicBezTo>
                    <a:pt x="582273" y="314820"/>
                    <a:pt x="579870" y="309665"/>
                    <a:pt x="569367" y="302466"/>
                  </a:cubicBezTo>
                  <a:cubicBezTo>
                    <a:pt x="556461" y="293577"/>
                    <a:pt x="536435" y="285045"/>
                    <a:pt x="511514" y="277756"/>
                  </a:cubicBezTo>
                  <a:cubicBezTo>
                    <a:pt x="489440" y="271357"/>
                    <a:pt x="464163" y="266024"/>
                    <a:pt x="436215" y="261935"/>
                  </a:cubicBezTo>
                  <a:close/>
                  <a:moveTo>
                    <a:pt x="171424" y="261935"/>
                  </a:moveTo>
                  <a:cubicBezTo>
                    <a:pt x="143476" y="266024"/>
                    <a:pt x="118199" y="271357"/>
                    <a:pt x="96036" y="277756"/>
                  </a:cubicBezTo>
                  <a:cubicBezTo>
                    <a:pt x="71115" y="285045"/>
                    <a:pt x="51089" y="293577"/>
                    <a:pt x="38272" y="302466"/>
                  </a:cubicBezTo>
                  <a:cubicBezTo>
                    <a:pt x="27680" y="309665"/>
                    <a:pt x="25277" y="314820"/>
                    <a:pt x="25277" y="316065"/>
                  </a:cubicBezTo>
                  <a:cubicBezTo>
                    <a:pt x="25277" y="317042"/>
                    <a:pt x="26968" y="320775"/>
                    <a:pt x="33555" y="326197"/>
                  </a:cubicBezTo>
                  <a:cubicBezTo>
                    <a:pt x="66932" y="307265"/>
                    <a:pt x="123094" y="292333"/>
                    <a:pt x="191451" y="284423"/>
                  </a:cubicBezTo>
                  <a:cubicBezTo>
                    <a:pt x="184063" y="277579"/>
                    <a:pt x="177387" y="270024"/>
                    <a:pt x="171424" y="261935"/>
                  </a:cubicBezTo>
                  <a:close/>
                  <a:moveTo>
                    <a:pt x="303740" y="151709"/>
                  </a:moveTo>
                  <a:cubicBezTo>
                    <a:pt x="296797" y="151709"/>
                    <a:pt x="291100" y="157401"/>
                    <a:pt x="291100" y="164338"/>
                  </a:cubicBezTo>
                  <a:cubicBezTo>
                    <a:pt x="291100" y="171363"/>
                    <a:pt x="296797" y="176966"/>
                    <a:pt x="303740" y="176966"/>
                  </a:cubicBezTo>
                  <a:cubicBezTo>
                    <a:pt x="310772" y="176966"/>
                    <a:pt x="316380" y="171363"/>
                    <a:pt x="316380" y="164338"/>
                  </a:cubicBezTo>
                  <a:cubicBezTo>
                    <a:pt x="316380" y="157401"/>
                    <a:pt x="310772" y="151709"/>
                    <a:pt x="303740" y="151709"/>
                  </a:cubicBezTo>
                  <a:close/>
                  <a:moveTo>
                    <a:pt x="303740" y="126453"/>
                  </a:moveTo>
                  <a:cubicBezTo>
                    <a:pt x="324747" y="126453"/>
                    <a:pt x="341748" y="143439"/>
                    <a:pt x="341748" y="164338"/>
                  </a:cubicBezTo>
                  <a:cubicBezTo>
                    <a:pt x="341748" y="185325"/>
                    <a:pt x="324747" y="202311"/>
                    <a:pt x="303740" y="202311"/>
                  </a:cubicBezTo>
                  <a:cubicBezTo>
                    <a:pt x="282822" y="202311"/>
                    <a:pt x="265820" y="185325"/>
                    <a:pt x="265820" y="164338"/>
                  </a:cubicBezTo>
                  <a:cubicBezTo>
                    <a:pt x="265820" y="143439"/>
                    <a:pt x="282822" y="126453"/>
                    <a:pt x="303740" y="126453"/>
                  </a:cubicBezTo>
                  <a:close/>
                  <a:moveTo>
                    <a:pt x="303774" y="50595"/>
                  </a:moveTo>
                  <a:cubicBezTo>
                    <a:pt x="310807" y="50595"/>
                    <a:pt x="316415" y="56284"/>
                    <a:pt x="316415" y="63218"/>
                  </a:cubicBezTo>
                  <a:cubicBezTo>
                    <a:pt x="316415" y="70240"/>
                    <a:pt x="310807" y="75930"/>
                    <a:pt x="303774" y="75930"/>
                  </a:cubicBezTo>
                  <a:cubicBezTo>
                    <a:pt x="280182" y="75930"/>
                    <a:pt x="257837" y="85175"/>
                    <a:pt x="241100" y="101798"/>
                  </a:cubicBezTo>
                  <a:cubicBezTo>
                    <a:pt x="224363" y="118509"/>
                    <a:pt x="215193" y="140733"/>
                    <a:pt x="215193" y="164378"/>
                  </a:cubicBezTo>
                  <a:lnTo>
                    <a:pt x="215193" y="165978"/>
                  </a:lnTo>
                  <a:cubicBezTo>
                    <a:pt x="215193" y="173001"/>
                    <a:pt x="209496" y="178601"/>
                    <a:pt x="202463" y="178601"/>
                  </a:cubicBezTo>
                  <a:cubicBezTo>
                    <a:pt x="195519" y="178601"/>
                    <a:pt x="189821" y="173001"/>
                    <a:pt x="189821" y="165978"/>
                  </a:cubicBezTo>
                  <a:cubicBezTo>
                    <a:pt x="189821" y="165534"/>
                    <a:pt x="189821" y="164823"/>
                    <a:pt x="189821" y="164378"/>
                  </a:cubicBezTo>
                  <a:cubicBezTo>
                    <a:pt x="189821" y="101531"/>
                    <a:pt x="240833" y="50595"/>
                    <a:pt x="303774" y="50595"/>
                  </a:cubicBezTo>
                  <a:close/>
                  <a:moveTo>
                    <a:pt x="303775" y="25331"/>
                  </a:moveTo>
                  <a:cubicBezTo>
                    <a:pt x="266571" y="25331"/>
                    <a:pt x="231681" y="39819"/>
                    <a:pt x="205335" y="66039"/>
                  </a:cubicBezTo>
                  <a:cubicBezTo>
                    <a:pt x="179078" y="92260"/>
                    <a:pt x="164571" y="127190"/>
                    <a:pt x="164571" y="164343"/>
                  </a:cubicBezTo>
                  <a:cubicBezTo>
                    <a:pt x="164571" y="201496"/>
                    <a:pt x="179078" y="236426"/>
                    <a:pt x="205335" y="262735"/>
                  </a:cubicBezTo>
                  <a:cubicBezTo>
                    <a:pt x="231681" y="288956"/>
                    <a:pt x="266571" y="303443"/>
                    <a:pt x="303775" y="303443"/>
                  </a:cubicBezTo>
                  <a:cubicBezTo>
                    <a:pt x="340979" y="303443"/>
                    <a:pt x="375959" y="288956"/>
                    <a:pt x="402304" y="262735"/>
                  </a:cubicBezTo>
                  <a:cubicBezTo>
                    <a:pt x="428561" y="236426"/>
                    <a:pt x="443068" y="201496"/>
                    <a:pt x="443068" y="164343"/>
                  </a:cubicBezTo>
                  <a:cubicBezTo>
                    <a:pt x="443068" y="127190"/>
                    <a:pt x="428561" y="92260"/>
                    <a:pt x="402304" y="66039"/>
                  </a:cubicBezTo>
                  <a:cubicBezTo>
                    <a:pt x="375959" y="39819"/>
                    <a:pt x="340979" y="25331"/>
                    <a:pt x="303775" y="25331"/>
                  </a:cubicBezTo>
                  <a:close/>
                  <a:moveTo>
                    <a:pt x="303775" y="0"/>
                  </a:moveTo>
                  <a:cubicBezTo>
                    <a:pt x="394650" y="0"/>
                    <a:pt x="468346" y="73594"/>
                    <a:pt x="468346" y="164343"/>
                  </a:cubicBezTo>
                  <a:cubicBezTo>
                    <a:pt x="468346" y="191097"/>
                    <a:pt x="461938" y="216250"/>
                    <a:pt x="450634" y="238560"/>
                  </a:cubicBezTo>
                  <a:cubicBezTo>
                    <a:pt x="544267" y="253669"/>
                    <a:pt x="607639" y="282734"/>
                    <a:pt x="607639" y="316065"/>
                  </a:cubicBezTo>
                  <a:lnTo>
                    <a:pt x="607639" y="366639"/>
                  </a:lnTo>
                  <a:cubicBezTo>
                    <a:pt x="607639" y="415524"/>
                    <a:pt x="471639" y="455076"/>
                    <a:pt x="303775" y="455076"/>
                  </a:cubicBezTo>
                  <a:cubicBezTo>
                    <a:pt x="136000" y="455076"/>
                    <a:pt x="0" y="415524"/>
                    <a:pt x="0" y="366639"/>
                  </a:cubicBezTo>
                  <a:lnTo>
                    <a:pt x="0" y="316065"/>
                  </a:lnTo>
                  <a:cubicBezTo>
                    <a:pt x="0" y="282734"/>
                    <a:pt x="63372" y="253669"/>
                    <a:pt x="156916" y="238560"/>
                  </a:cubicBezTo>
                  <a:cubicBezTo>
                    <a:pt x="145612" y="216250"/>
                    <a:pt x="139204" y="191097"/>
                    <a:pt x="139204" y="164343"/>
                  </a:cubicBezTo>
                  <a:cubicBezTo>
                    <a:pt x="139204" y="73594"/>
                    <a:pt x="212901" y="0"/>
                    <a:pt x="303775" y="0"/>
                  </a:cubicBezTo>
                  <a:close/>
                </a:path>
              </a:pathLst>
            </a:custGeom>
            <a:solidFill>
              <a:schemeClr val="bg1"/>
            </a:solidFill>
            <a:ln>
              <a:noFill/>
            </a:ln>
          </p:spPr>
          <p:txBody>
            <a:bodyPr/>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4" name="图形"/>
            <p:cNvSpPr>
              <a:spLocks noChangeAspect="1"/>
            </p:cNvSpPr>
            <p:nvPr>
              <p:custDataLst>
                <p:tags r:id="rId14"/>
              </p:custDataLst>
            </p:nvPr>
          </p:nvSpPr>
          <p:spPr bwMode="auto">
            <a:xfrm>
              <a:off x="2717" y="3931"/>
              <a:ext cx="1364" cy="1375"/>
            </a:xfrm>
            <a:custGeom>
              <a:avLst/>
              <a:gdLst>
                <a:gd name="T0" fmla="*/ 5286 w 6838"/>
                <a:gd name="T1" fmla="*/ 5190 h 6900"/>
                <a:gd name="T2" fmla="*/ 5444 w 6838"/>
                <a:gd name="T3" fmla="*/ 4862 h 6900"/>
                <a:gd name="T4" fmla="*/ 5485 w 6838"/>
                <a:gd name="T5" fmla="*/ 4262 h 6900"/>
                <a:gd name="T6" fmla="*/ 5485 w 6838"/>
                <a:gd name="T7" fmla="*/ 4092 h 6900"/>
                <a:gd name="T8" fmla="*/ 3669 w 6838"/>
                <a:gd name="T9" fmla="*/ 2446 h 6900"/>
                <a:gd name="T10" fmla="*/ 5230 w 6838"/>
                <a:gd name="T11" fmla="*/ 4177 h 6900"/>
                <a:gd name="T12" fmla="*/ 1707 w 6838"/>
                <a:gd name="T13" fmla="*/ 2907 h 6900"/>
                <a:gd name="T14" fmla="*/ 3979 w 6838"/>
                <a:gd name="T15" fmla="*/ 4223 h 6900"/>
                <a:gd name="T16" fmla="*/ 3652 w 6838"/>
                <a:gd name="T17" fmla="*/ 4720 h 6900"/>
                <a:gd name="T18" fmla="*/ 3822 w 6838"/>
                <a:gd name="T19" fmla="*/ 4720 h 6900"/>
                <a:gd name="T20" fmla="*/ 4646 w 6838"/>
                <a:gd name="T21" fmla="*/ 3725 h 6900"/>
                <a:gd name="T22" fmla="*/ 4149 w 6838"/>
                <a:gd name="T23" fmla="*/ 4052 h 6900"/>
                <a:gd name="T24" fmla="*/ 2658 w 6838"/>
                <a:gd name="T25" fmla="*/ 1956 h 6900"/>
                <a:gd name="T26" fmla="*/ 2488 w 6838"/>
                <a:gd name="T27" fmla="*/ 1786 h 6900"/>
                <a:gd name="T28" fmla="*/ 1997 w 6838"/>
                <a:gd name="T29" fmla="*/ 1901 h 6900"/>
                <a:gd name="T30" fmla="*/ 3324 w 6838"/>
                <a:gd name="T31" fmla="*/ 2271 h 6900"/>
                <a:gd name="T32" fmla="*/ 3494 w 6838"/>
                <a:gd name="T33" fmla="*/ 2101 h 6900"/>
                <a:gd name="T34" fmla="*/ 3280 w 6838"/>
                <a:gd name="T35" fmla="*/ 1338 h 6900"/>
                <a:gd name="T36" fmla="*/ 2391 w 6838"/>
                <a:gd name="T37" fmla="*/ 448 h 6900"/>
                <a:gd name="T38" fmla="*/ 1827 w 6838"/>
                <a:gd name="T39" fmla="*/ 1731 h 6900"/>
                <a:gd name="T40" fmla="*/ 1295 w 6838"/>
                <a:gd name="T41" fmla="*/ 296 h 6900"/>
                <a:gd name="T42" fmla="*/ 0 w 6838"/>
                <a:gd name="T43" fmla="*/ 832 h 6900"/>
                <a:gd name="T44" fmla="*/ 758 w 6838"/>
                <a:gd name="T45" fmla="*/ 1590 h 6900"/>
                <a:gd name="T46" fmla="*/ 1657 w 6838"/>
                <a:gd name="T47" fmla="*/ 1901 h 6900"/>
                <a:gd name="T48" fmla="*/ 932 w 6838"/>
                <a:gd name="T49" fmla="*/ 2290 h 6900"/>
                <a:gd name="T50" fmla="*/ 889 w 6838"/>
                <a:gd name="T51" fmla="*/ 2527 h 6900"/>
                <a:gd name="T52" fmla="*/ 1207 w 6838"/>
                <a:gd name="T53" fmla="*/ 2909 h 6900"/>
                <a:gd name="T54" fmla="*/ 545 w 6838"/>
                <a:gd name="T55" fmla="*/ 3184 h 6900"/>
                <a:gd name="T56" fmla="*/ 545 w 6838"/>
                <a:gd name="T57" fmla="*/ 2464 h 6900"/>
                <a:gd name="T58" fmla="*/ 375 w 6838"/>
                <a:gd name="T59" fmla="*/ 3354 h 6900"/>
                <a:gd name="T60" fmla="*/ 1264 w 6838"/>
                <a:gd name="T61" fmla="*/ 3354 h 6900"/>
                <a:gd name="T62" fmla="*/ 4018 w 6838"/>
                <a:gd name="T63" fmla="*/ 5559 h 6900"/>
                <a:gd name="T64" fmla="*/ 4188 w 6838"/>
                <a:gd name="T65" fmla="*/ 5559 h 6900"/>
                <a:gd name="T66" fmla="*/ 4788 w 6838"/>
                <a:gd name="T67" fmla="*/ 5518 h 6900"/>
                <a:gd name="T68" fmla="*/ 4958 w 6838"/>
                <a:gd name="T69" fmla="*/ 5518 h 6900"/>
                <a:gd name="T70" fmla="*/ 6621 w 6838"/>
                <a:gd name="T71" fmla="*/ 6865 h 6900"/>
                <a:gd name="T72" fmla="*/ 6791 w 6838"/>
                <a:gd name="T73" fmla="*/ 6865 h 6900"/>
                <a:gd name="T74" fmla="*/ 2561 w 6838"/>
                <a:gd name="T75" fmla="*/ 619 h 6900"/>
                <a:gd name="T76" fmla="*/ 3110 w 6838"/>
                <a:gd name="T77" fmla="*/ 619 h 6900"/>
                <a:gd name="T78" fmla="*/ 2561 w 6838"/>
                <a:gd name="T79" fmla="*/ 1168 h 6900"/>
                <a:gd name="T80" fmla="*/ 1124 w 6838"/>
                <a:gd name="T81" fmla="*/ 1198 h 6900"/>
                <a:gd name="T82" fmla="*/ 392 w 6838"/>
                <a:gd name="T83" fmla="*/ 1198 h 6900"/>
                <a:gd name="T84" fmla="*/ 392 w 6838"/>
                <a:gd name="T85" fmla="*/ 466 h 6900"/>
                <a:gd name="T86" fmla="*/ 1124 w 6838"/>
                <a:gd name="T87" fmla="*/ 466 h 6900"/>
                <a:gd name="T88" fmla="*/ 1349 w 6838"/>
                <a:gd name="T89" fmla="*/ 2549 h 6900"/>
                <a:gd name="T90" fmla="*/ 2015 w 6838"/>
                <a:gd name="T91" fmla="*/ 2259 h 6900"/>
                <a:gd name="T92" fmla="*/ 1349 w 6838"/>
                <a:gd name="T93" fmla="*/ 2549 h 6900"/>
                <a:gd name="T94" fmla="*/ 4679 w 6838"/>
                <a:gd name="T95" fmla="*/ 5069 h 6900"/>
                <a:gd name="T96" fmla="*/ 5189 w 6838"/>
                <a:gd name="T97" fmla="*/ 4947 h 6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38" h="6900">
                  <a:moveTo>
                    <a:pt x="6791" y="6695"/>
                  </a:moveTo>
                  <a:lnTo>
                    <a:pt x="5286" y="5190"/>
                  </a:lnTo>
                  <a:lnTo>
                    <a:pt x="5444" y="5032"/>
                  </a:lnTo>
                  <a:cubicBezTo>
                    <a:pt x="5491" y="4985"/>
                    <a:pt x="5491" y="4909"/>
                    <a:pt x="5444" y="4862"/>
                  </a:cubicBezTo>
                  <a:lnTo>
                    <a:pt x="5165" y="4583"/>
                  </a:lnTo>
                  <a:lnTo>
                    <a:pt x="5485" y="4262"/>
                  </a:lnTo>
                  <a:cubicBezTo>
                    <a:pt x="5508" y="4240"/>
                    <a:pt x="5520" y="4209"/>
                    <a:pt x="5520" y="4177"/>
                  </a:cubicBezTo>
                  <a:cubicBezTo>
                    <a:pt x="5520" y="4145"/>
                    <a:pt x="5508" y="4115"/>
                    <a:pt x="5485" y="4092"/>
                  </a:cubicBezTo>
                  <a:lnTo>
                    <a:pt x="3839" y="2446"/>
                  </a:lnTo>
                  <a:cubicBezTo>
                    <a:pt x="3792" y="2399"/>
                    <a:pt x="3716" y="2399"/>
                    <a:pt x="3669" y="2446"/>
                  </a:cubicBezTo>
                  <a:cubicBezTo>
                    <a:pt x="3622" y="2493"/>
                    <a:pt x="3622" y="2569"/>
                    <a:pt x="3669" y="2616"/>
                  </a:cubicBezTo>
                  <a:lnTo>
                    <a:pt x="5230" y="4177"/>
                  </a:lnTo>
                  <a:lnTo>
                    <a:pt x="4103" y="5304"/>
                  </a:lnTo>
                  <a:lnTo>
                    <a:pt x="1707" y="2907"/>
                  </a:lnTo>
                  <a:lnTo>
                    <a:pt x="2185" y="2429"/>
                  </a:lnTo>
                  <a:lnTo>
                    <a:pt x="3979" y="4223"/>
                  </a:lnTo>
                  <a:lnTo>
                    <a:pt x="3652" y="4549"/>
                  </a:lnTo>
                  <a:cubicBezTo>
                    <a:pt x="3605" y="4596"/>
                    <a:pt x="3605" y="4673"/>
                    <a:pt x="3652" y="4720"/>
                  </a:cubicBezTo>
                  <a:cubicBezTo>
                    <a:pt x="3675" y="4743"/>
                    <a:pt x="3706" y="4755"/>
                    <a:pt x="3737" y="4755"/>
                  </a:cubicBezTo>
                  <a:cubicBezTo>
                    <a:pt x="3767" y="4755"/>
                    <a:pt x="3798" y="4743"/>
                    <a:pt x="3822" y="4720"/>
                  </a:cubicBezTo>
                  <a:lnTo>
                    <a:pt x="4646" y="3896"/>
                  </a:lnTo>
                  <a:cubicBezTo>
                    <a:pt x="4693" y="3849"/>
                    <a:pt x="4693" y="3772"/>
                    <a:pt x="4646" y="3725"/>
                  </a:cubicBezTo>
                  <a:cubicBezTo>
                    <a:pt x="4599" y="3678"/>
                    <a:pt x="4523" y="3678"/>
                    <a:pt x="4476" y="3725"/>
                  </a:cubicBezTo>
                  <a:lnTo>
                    <a:pt x="4149" y="4052"/>
                  </a:lnTo>
                  <a:lnTo>
                    <a:pt x="2355" y="2259"/>
                  </a:lnTo>
                  <a:lnTo>
                    <a:pt x="2658" y="1956"/>
                  </a:lnTo>
                  <a:cubicBezTo>
                    <a:pt x="2705" y="1909"/>
                    <a:pt x="2705" y="1833"/>
                    <a:pt x="2658" y="1786"/>
                  </a:cubicBezTo>
                  <a:cubicBezTo>
                    <a:pt x="2611" y="1739"/>
                    <a:pt x="2535" y="1739"/>
                    <a:pt x="2488" y="1786"/>
                  </a:cubicBezTo>
                  <a:lnTo>
                    <a:pt x="2185" y="2089"/>
                  </a:lnTo>
                  <a:lnTo>
                    <a:pt x="1997" y="1901"/>
                  </a:lnTo>
                  <a:lnTo>
                    <a:pt x="2476" y="1423"/>
                  </a:lnTo>
                  <a:lnTo>
                    <a:pt x="3324" y="2271"/>
                  </a:lnTo>
                  <a:cubicBezTo>
                    <a:pt x="3371" y="2318"/>
                    <a:pt x="3447" y="2318"/>
                    <a:pt x="3494" y="2271"/>
                  </a:cubicBezTo>
                  <a:cubicBezTo>
                    <a:pt x="3541" y="2224"/>
                    <a:pt x="3541" y="2148"/>
                    <a:pt x="3494" y="2101"/>
                  </a:cubicBezTo>
                  <a:lnTo>
                    <a:pt x="2910" y="1517"/>
                  </a:lnTo>
                  <a:cubicBezTo>
                    <a:pt x="3045" y="1501"/>
                    <a:pt x="3176" y="1441"/>
                    <a:pt x="3280" y="1338"/>
                  </a:cubicBezTo>
                  <a:cubicBezTo>
                    <a:pt x="3525" y="1093"/>
                    <a:pt x="3525" y="694"/>
                    <a:pt x="3280" y="448"/>
                  </a:cubicBezTo>
                  <a:cubicBezTo>
                    <a:pt x="3035" y="203"/>
                    <a:pt x="2636" y="203"/>
                    <a:pt x="2391" y="448"/>
                  </a:cubicBezTo>
                  <a:cubicBezTo>
                    <a:pt x="2174" y="665"/>
                    <a:pt x="2149" y="1000"/>
                    <a:pt x="2314" y="1244"/>
                  </a:cubicBezTo>
                  <a:lnTo>
                    <a:pt x="1827" y="1731"/>
                  </a:lnTo>
                  <a:lnTo>
                    <a:pt x="1373" y="1276"/>
                  </a:lnTo>
                  <a:cubicBezTo>
                    <a:pt x="1587" y="980"/>
                    <a:pt x="1561" y="563"/>
                    <a:pt x="1295" y="296"/>
                  </a:cubicBezTo>
                  <a:cubicBezTo>
                    <a:pt x="999" y="0"/>
                    <a:pt x="518" y="0"/>
                    <a:pt x="222" y="296"/>
                  </a:cubicBezTo>
                  <a:cubicBezTo>
                    <a:pt x="79" y="439"/>
                    <a:pt x="0" y="630"/>
                    <a:pt x="0" y="832"/>
                  </a:cubicBezTo>
                  <a:cubicBezTo>
                    <a:pt x="0" y="1035"/>
                    <a:pt x="79" y="1225"/>
                    <a:pt x="222" y="1368"/>
                  </a:cubicBezTo>
                  <a:cubicBezTo>
                    <a:pt x="370" y="1516"/>
                    <a:pt x="564" y="1590"/>
                    <a:pt x="758" y="1590"/>
                  </a:cubicBezTo>
                  <a:cubicBezTo>
                    <a:pt x="914" y="1590"/>
                    <a:pt x="1071" y="1542"/>
                    <a:pt x="1203" y="1447"/>
                  </a:cubicBezTo>
                  <a:lnTo>
                    <a:pt x="1657" y="1901"/>
                  </a:lnTo>
                  <a:lnTo>
                    <a:pt x="1170" y="2388"/>
                  </a:lnTo>
                  <a:cubicBezTo>
                    <a:pt x="1099" y="2339"/>
                    <a:pt x="1018" y="2306"/>
                    <a:pt x="932" y="2290"/>
                  </a:cubicBezTo>
                  <a:cubicBezTo>
                    <a:pt x="867" y="2278"/>
                    <a:pt x="804" y="2322"/>
                    <a:pt x="792" y="2387"/>
                  </a:cubicBezTo>
                  <a:cubicBezTo>
                    <a:pt x="780" y="2453"/>
                    <a:pt x="824" y="2515"/>
                    <a:pt x="889" y="2527"/>
                  </a:cubicBezTo>
                  <a:cubicBezTo>
                    <a:pt x="967" y="2541"/>
                    <a:pt x="1038" y="2578"/>
                    <a:pt x="1094" y="2635"/>
                  </a:cubicBezTo>
                  <a:cubicBezTo>
                    <a:pt x="1167" y="2708"/>
                    <a:pt x="1207" y="2805"/>
                    <a:pt x="1207" y="2909"/>
                  </a:cubicBezTo>
                  <a:cubicBezTo>
                    <a:pt x="1207" y="3013"/>
                    <a:pt x="1167" y="3110"/>
                    <a:pt x="1094" y="3184"/>
                  </a:cubicBezTo>
                  <a:cubicBezTo>
                    <a:pt x="942" y="3335"/>
                    <a:pt x="696" y="3335"/>
                    <a:pt x="545" y="3184"/>
                  </a:cubicBezTo>
                  <a:cubicBezTo>
                    <a:pt x="393" y="3032"/>
                    <a:pt x="393" y="2786"/>
                    <a:pt x="545" y="2635"/>
                  </a:cubicBezTo>
                  <a:cubicBezTo>
                    <a:pt x="592" y="2588"/>
                    <a:pt x="592" y="2511"/>
                    <a:pt x="545" y="2464"/>
                  </a:cubicBezTo>
                  <a:cubicBezTo>
                    <a:pt x="498" y="2417"/>
                    <a:pt x="422" y="2417"/>
                    <a:pt x="375" y="2464"/>
                  </a:cubicBezTo>
                  <a:cubicBezTo>
                    <a:pt x="129" y="2710"/>
                    <a:pt x="129" y="3109"/>
                    <a:pt x="375" y="3354"/>
                  </a:cubicBezTo>
                  <a:cubicBezTo>
                    <a:pt x="497" y="3476"/>
                    <a:pt x="658" y="3538"/>
                    <a:pt x="819" y="3538"/>
                  </a:cubicBezTo>
                  <a:cubicBezTo>
                    <a:pt x="980" y="3538"/>
                    <a:pt x="1141" y="3476"/>
                    <a:pt x="1264" y="3354"/>
                  </a:cubicBezTo>
                  <a:cubicBezTo>
                    <a:pt x="1365" y="3253"/>
                    <a:pt x="1427" y="3124"/>
                    <a:pt x="1444" y="2984"/>
                  </a:cubicBezTo>
                  <a:lnTo>
                    <a:pt x="4018" y="5559"/>
                  </a:lnTo>
                  <a:cubicBezTo>
                    <a:pt x="4042" y="5583"/>
                    <a:pt x="4073" y="5594"/>
                    <a:pt x="4103" y="5594"/>
                  </a:cubicBezTo>
                  <a:cubicBezTo>
                    <a:pt x="4134" y="5594"/>
                    <a:pt x="4165" y="5583"/>
                    <a:pt x="4188" y="5559"/>
                  </a:cubicBezTo>
                  <a:lnTo>
                    <a:pt x="4509" y="5239"/>
                  </a:lnTo>
                  <a:lnTo>
                    <a:pt x="4788" y="5518"/>
                  </a:lnTo>
                  <a:cubicBezTo>
                    <a:pt x="4811" y="5541"/>
                    <a:pt x="4842" y="5553"/>
                    <a:pt x="4873" y="5553"/>
                  </a:cubicBezTo>
                  <a:cubicBezTo>
                    <a:pt x="4904" y="5553"/>
                    <a:pt x="4935" y="5541"/>
                    <a:pt x="4958" y="5518"/>
                  </a:cubicBezTo>
                  <a:lnTo>
                    <a:pt x="5116" y="5360"/>
                  </a:lnTo>
                  <a:lnTo>
                    <a:pt x="6621" y="6865"/>
                  </a:lnTo>
                  <a:cubicBezTo>
                    <a:pt x="6645" y="6889"/>
                    <a:pt x="6675" y="6900"/>
                    <a:pt x="6706" y="6900"/>
                  </a:cubicBezTo>
                  <a:cubicBezTo>
                    <a:pt x="6737" y="6900"/>
                    <a:pt x="6768" y="6889"/>
                    <a:pt x="6791" y="6865"/>
                  </a:cubicBezTo>
                  <a:cubicBezTo>
                    <a:pt x="6838" y="6818"/>
                    <a:pt x="6838" y="6742"/>
                    <a:pt x="6791" y="6695"/>
                  </a:cubicBezTo>
                  <a:close/>
                  <a:moveTo>
                    <a:pt x="2561" y="619"/>
                  </a:moveTo>
                  <a:cubicBezTo>
                    <a:pt x="2636" y="543"/>
                    <a:pt x="2736" y="505"/>
                    <a:pt x="2835" y="505"/>
                  </a:cubicBezTo>
                  <a:cubicBezTo>
                    <a:pt x="2935" y="505"/>
                    <a:pt x="3034" y="543"/>
                    <a:pt x="3110" y="619"/>
                  </a:cubicBezTo>
                  <a:cubicBezTo>
                    <a:pt x="3261" y="770"/>
                    <a:pt x="3261" y="1016"/>
                    <a:pt x="3110" y="1168"/>
                  </a:cubicBezTo>
                  <a:cubicBezTo>
                    <a:pt x="2958" y="1319"/>
                    <a:pt x="2712" y="1319"/>
                    <a:pt x="2561" y="1168"/>
                  </a:cubicBezTo>
                  <a:cubicBezTo>
                    <a:pt x="2409" y="1016"/>
                    <a:pt x="2409" y="770"/>
                    <a:pt x="2561" y="619"/>
                  </a:cubicBezTo>
                  <a:close/>
                  <a:moveTo>
                    <a:pt x="1124" y="1198"/>
                  </a:moveTo>
                  <a:cubicBezTo>
                    <a:pt x="1027" y="1296"/>
                    <a:pt x="897" y="1350"/>
                    <a:pt x="758" y="1350"/>
                  </a:cubicBezTo>
                  <a:cubicBezTo>
                    <a:pt x="620" y="1350"/>
                    <a:pt x="490" y="1296"/>
                    <a:pt x="392" y="1198"/>
                  </a:cubicBezTo>
                  <a:cubicBezTo>
                    <a:pt x="295" y="1100"/>
                    <a:pt x="241" y="970"/>
                    <a:pt x="241" y="832"/>
                  </a:cubicBezTo>
                  <a:cubicBezTo>
                    <a:pt x="241" y="694"/>
                    <a:pt x="295" y="564"/>
                    <a:pt x="392" y="466"/>
                  </a:cubicBezTo>
                  <a:cubicBezTo>
                    <a:pt x="493" y="365"/>
                    <a:pt x="626" y="315"/>
                    <a:pt x="758" y="315"/>
                  </a:cubicBezTo>
                  <a:cubicBezTo>
                    <a:pt x="891" y="315"/>
                    <a:pt x="1023" y="365"/>
                    <a:pt x="1124" y="466"/>
                  </a:cubicBezTo>
                  <a:cubicBezTo>
                    <a:pt x="1326" y="668"/>
                    <a:pt x="1326" y="996"/>
                    <a:pt x="1124" y="1198"/>
                  </a:cubicBezTo>
                  <a:close/>
                  <a:moveTo>
                    <a:pt x="1349" y="2549"/>
                  </a:moveTo>
                  <a:lnTo>
                    <a:pt x="1827" y="2071"/>
                  </a:lnTo>
                  <a:lnTo>
                    <a:pt x="2015" y="2259"/>
                  </a:lnTo>
                  <a:lnTo>
                    <a:pt x="1536" y="2737"/>
                  </a:lnTo>
                  <a:lnTo>
                    <a:pt x="1349" y="2549"/>
                  </a:lnTo>
                  <a:close/>
                  <a:moveTo>
                    <a:pt x="4873" y="5263"/>
                  </a:moveTo>
                  <a:lnTo>
                    <a:pt x="4679" y="5069"/>
                  </a:lnTo>
                  <a:lnTo>
                    <a:pt x="4995" y="4753"/>
                  </a:lnTo>
                  <a:lnTo>
                    <a:pt x="5189" y="4947"/>
                  </a:lnTo>
                  <a:lnTo>
                    <a:pt x="4873" y="5263"/>
                  </a:lnTo>
                  <a:close/>
                </a:path>
              </a:pathLst>
            </a:custGeom>
            <a:solidFill>
              <a:schemeClr val="bg1"/>
            </a:solidFill>
            <a:ln>
              <a:noFill/>
            </a:ln>
          </p:spPr>
          <p:txBody>
            <a:bodyPr/>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5" name="图形"/>
            <p:cNvSpPr>
              <a:spLocks noChangeAspect="1"/>
            </p:cNvSpPr>
            <p:nvPr>
              <p:custDataLst>
                <p:tags r:id="rId15"/>
              </p:custDataLst>
            </p:nvPr>
          </p:nvSpPr>
          <p:spPr bwMode="auto">
            <a:xfrm>
              <a:off x="15327" y="3835"/>
              <a:ext cx="1044" cy="1565"/>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404693" h="606722">
                  <a:moveTo>
                    <a:pt x="127460" y="349713"/>
                  </a:moveTo>
                  <a:cubicBezTo>
                    <a:pt x="103162" y="349713"/>
                    <a:pt x="80199" y="358690"/>
                    <a:pt x="62488" y="375043"/>
                  </a:cubicBezTo>
                  <a:lnTo>
                    <a:pt x="62488" y="544352"/>
                  </a:lnTo>
                  <a:lnTo>
                    <a:pt x="342223" y="544352"/>
                  </a:lnTo>
                  <a:lnTo>
                    <a:pt x="342223" y="391841"/>
                  </a:lnTo>
                  <a:cubicBezTo>
                    <a:pt x="323177" y="404728"/>
                    <a:pt x="300748" y="411749"/>
                    <a:pt x="277251" y="411749"/>
                  </a:cubicBezTo>
                  <a:cubicBezTo>
                    <a:pt x="246278" y="411749"/>
                    <a:pt x="217174" y="399662"/>
                    <a:pt x="195280" y="377798"/>
                  </a:cubicBezTo>
                  <a:cubicBezTo>
                    <a:pt x="177212" y="359667"/>
                    <a:pt x="153092" y="349713"/>
                    <a:pt x="127460" y="349713"/>
                  </a:cubicBezTo>
                  <a:close/>
                  <a:moveTo>
                    <a:pt x="127460" y="329894"/>
                  </a:moveTo>
                  <a:cubicBezTo>
                    <a:pt x="158344" y="329894"/>
                    <a:pt x="187448" y="341892"/>
                    <a:pt x="209342" y="363756"/>
                  </a:cubicBezTo>
                  <a:cubicBezTo>
                    <a:pt x="227499" y="381886"/>
                    <a:pt x="251619" y="391841"/>
                    <a:pt x="277251" y="391841"/>
                  </a:cubicBezTo>
                  <a:cubicBezTo>
                    <a:pt x="302884" y="391841"/>
                    <a:pt x="327004" y="381886"/>
                    <a:pt x="345160" y="363756"/>
                  </a:cubicBezTo>
                  <a:cubicBezTo>
                    <a:pt x="348009" y="360912"/>
                    <a:pt x="352281" y="360112"/>
                    <a:pt x="355930" y="361623"/>
                  </a:cubicBezTo>
                  <a:cubicBezTo>
                    <a:pt x="359668" y="363134"/>
                    <a:pt x="362071" y="366778"/>
                    <a:pt x="362071" y="370777"/>
                  </a:cubicBezTo>
                  <a:lnTo>
                    <a:pt x="362071" y="554217"/>
                  </a:lnTo>
                  <a:cubicBezTo>
                    <a:pt x="362071" y="559727"/>
                    <a:pt x="357621" y="564171"/>
                    <a:pt x="352192" y="564171"/>
                  </a:cubicBezTo>
                  <a:lnTo>
                    <a:pt x="52519" y="564171"/>
                  </a:lnTo>
                  <a:cubicBezTo>
                    <a:pt x="47001" y="564171"/>
                    <a:pt x="42551" y="559727"/>
                    <a:pt x="42551" y="554217"/>
                  </a:cubicBezTo>
                  <a:lnTo>
                    <a:pt x="42551" y="370777"/>
                  </a:lnTo>
                  <a:cubicBezTo>
                    <a:pt x="42551" y="368200"/>
                    <a:pt x="43619" y="365622"/>
                    <a:pt x="45488" y="363756"/>
                  </a:cubicBezTo>
                  <a:cubicBezTo>
                    <a:pt x="67383" y="341892"/>
                    <a:pt x="96487" y="329894"/>
                    <a:pt x="127460" y="329894"/>
                  </a:cubicBezTo>
                  <a:close/>
                  <a:moveTo>
                    <a:pt x="170261" y="138461"/>
                  </a:moveTo>
                  <a:lnTo>
                    <a:pt x="170261" y="161567"/>
                  </a:lnTo>
                  <a:lnTo>
                    <a:pt x="234343" y="161567"/>
                  </a:lnTo>
                  <a:lnTo>
                    <a:pt x="234343" y="138461"/>
                  </a:lnTo>
                  <a:close/>
                  <a:moveTo>
                    <a:pt x="133592" y="138461"/>
                  </a:moveTo>
                  <a:lnTo>
                    <a:pt x="133592" y="158812"/>
                  </a:lnTo>
                  <a:cubicBezTo>
                    <a:pt x="133592" y="176675"/>
                    <a:pt x="126650" y="193472"/>
                    <a:pt x="114012" y="206003"/>
                  </a:cubicBezTo>
                  <a:cubicBezTo>
                    <a:pt x="101374" y="218623"/>
                    <a:pt x="84641" y="225554"/>
                    <a:pt x="66752" y="225554"/>
                  </a:cubicBezTo>
                  <a:cubicBezTo>
                    <a:pt x="54291" y="225554"/>
                    <a:pt x="42454" y="230442"/>
                    <a:pt x="33643" y="239329"/>
                  </a:cubicBezTo>
                  <a:cubicBezTo>
                    <a:pt x="24743" y="248128"/>
                    <a:pt x="19847" y="259948"/>
                    <a:pt x="19847" y="272389"/>
                  </a:cubicBezTo>
                  <a:lnTo>
                    <a:pt x="19847" y="577839"/>
                  </a:lnTo>
                  <a:cubicBezTo>
                    <a:pt x="19847" y="580238"/>
                    <a:pt x="20827" y="582460"/>
                    <a:pt x="22518" y="584238"/>
                  </a:cubicBezTo>
                  <a:cubicBezTo>
                    <a:pt x="24209" y="585926"/>
                    <a:pt x="26434" y="586815"/>
                    <a:pt x="28837" y="586815"/>
                  </a:cubicBezTo>
                  <a:lnTo>
                    <a:pt x="375767" y="586815"/>
                  </a:lnTo>
                  <a:cubicBezTo>
                    <a:pt x="378170" y="586815"/>
                    <a:pt x="380484" y="585926"/>
                    <a:pt x="382175" y="584149"/>
                  </a:cubicBezTo>
                  <a:cubicBezTo>
                    <a:pt x="383867" y="582549"/>
                    <a:pt x="384757" y="580238"/>
                    <a:pt x="384757" y="577839"/>
                  </a:cubicBezTo>
                  <a:lnTo>
                    <a:pt x="384757" y="272389"/>
                  </a:lnTo>
                  <a:cubicBezTo>
                    <a:pt x="384757" y="259859"/>
                    <a:pt x="379950" y="248128"/>
                    <a:pt x="371050" y="239329"/>
                  </a:cubicBezTo>
                  <a:cubicBezTo>
                    <a:pt x="362239" y="230442"/>
                    <a:pt x="350402" y="225554"/>
                    <a:pt x="337852" y="225554"/>
                  </a:cubicBezTo>
                  <a:cubicBezTo>
                    <a:pt x="320052" y="225554"/>
                    <a:pt x="303231" y="218623"/>
                    <a:pt x="290592" y="206003"/>
                  </a:cubicBezTo>
                  <a:cubicBezTo>
                    <a:pt x="278043" y="193472"/>
                    <a:pt x="271101" y="176675"/>
                    <a:pt x="271101" y="158901"/>
                  </a:cubicBezTo>
                  <a:lnTo>
                    <a:pt x="271101" y="138461"/>
                  </a:lnTo>
                  <a:lnTo>
                    <a:pt x="254279" y="138461"/>
                  </a:lnTo>
                  <a:lnTo>
                    <a:pt x="254279" y="181386"/>
                  </a:lnTo>
                  <a:lnTo>
                    <a:pt x="150414" y="181386"/>
                  </a:lnTo>
                  <a:lnTo>
                    <a:pt x="150414" y="138461"/>
                  </a:lnTo>
                  <a:close/>
                  <a:moveTo>
                    <a:pt x="254279" y="62743"/>
                  </a:moveTo>
                  <a:lnTo>
                    <a:pt x="254279" y="118643"/>
                  </a:lnTo>
                  <a:lnTo>
                    <a:pt x="280980" y="118643"/>
                  </a:lnTo>
                  <a:cubicBezTo>
                    <a:pt x="288456" y="118643"/>
                    <a:pt x="295487" y="115710"/>
                    <a:pt x="300738" y="110467"/>
                  </a:cubicBezTo>
                  <a:cubicBezTo>
                    <a:pt x="306079" y="105223"/>
                    <a:pt x="308927" y="98202"/>
                    <a:pt x="308927" y="90737"/>
                  </a:cubicBezTo>
                  <a:cubicBezTo>
                    <a:pt x="308927" y="83272"/>
                    <a:pt x="306079" y="76251"/>
                    <a:pt x="300738" y="70919"/>
                  </a:cubicBezTo>
                  <a:cubicBezTo>
                    <a:pt x="295487" y="65676"/>
                    <a:pt x="288456" y="62743"/>
                    <a:pt x="280980" y="62743"/>
                  </a:cubicBezTo>
                  <a:close/>
                  <a:moveTo>
                    <a:pt x="170261" y="62743"/>
                  </a:moveTo>
                  <a:lnTo>
                    <a:pt x="170261" y="118643"/>
                  </a:lnTo>
                  <a:lnTo>
                    <a:pt x="234343" y="118643"/>
                  </a:lnTo>
                  <a:lnTo>
                    <a:pt x="234343" y="62743"/>
                  </a:lnTo>
                  <a:close/>
                  <a:moveTo>
                    <a:pt x="123624" y="62743"/>
                  </a:moveTo>
                  <a:cubicBezTo>
                    <a:pt x="116148" y="62743"/>
                    <a:pt x="109206" y="65676"/>
                    <a:pt x="103866" y="70919"/>
                  </a:cubicBezTo>
                  <a:cubicBezTo>
                    <a:pt x="98614" y="76251"/>
                    <a:pt x="95677" y="83272"/>
                    <a:pt x="95677" y="90737"/>
                  </a:cubicBezTo>
                  <a:cubicBezTo>
                    <a:pt x="95677" y="98202"/>
                    <a:pt x="98614" y="105223"/>
                    <a:pt x="103866" y="110467"/>
                  </a:cubicBezTo>
                  <a:cubicBezTo>
                    <a:pt x="109206" y="115710"/>
                    <a:pt x="116148" y="118643"/>
                    <a:pt x="123713" y="118643"/>
                  </a:cubicBezTo>
                  <a:lnTo>
                    <a:pt x="150414" y="118643"/>
                  </a:lnTo>
                  <a:lnTo>
                    <a:pt x="150414" y="62743"/>
                  </a:lnTo>
                  <a:close/>
                  <a:moveTo>
                    <a:pt x="170261" y="19818"/>
                  </a:moveTo>
                  <a:lnTo>
                    <a:pt x="170261" y="42925"/>
                  </a:lnTo>
                  <a:lnTo>
                    <a:pt x="234343" y="42925"/>
                  </a:lnTo>
                  <a:lnTo>
                    <a:pt x="234343" y="19818"/>
                  </a:lnTo>
                  <a:close/>
                  <a:moveTo>
                    <a:pt x="150414" y="0"/>
                  </a:moveTo>
                  <a:lnTo>
                    <a:pt x="254279" y="0"/>
                  </a:lnTo>
                  <a:lnTo>
                    <a:pt x="254279" y="42925"/>
                  </a:lnTo>
                  <a:lnTo>
                    <a:pt x="280980" y="42925"/>
                  </a:lnTo>
                  <a:cubicBezTo>
                    <a:pt x="293796" y="42925"/>
                    <a:pt x="305812" y="47901"/>
                    <a:pt x="314801" y="56966"/>
                  </a:cubicBezTo>
                  <a:cubicBezTo>
                    <a:pt x="323879" y="65942"/>
                    <a:pt x="328863" y="77940"/>
                    <a:pt x="328863" y="90737"/>
                  </a:cubicBezTo>
                  <a:cubicBezTo>
                    <a:pt x="328863" y="103446"/>
                    <a:pt x="323879" y="115443"/>
                    <a:pt x="314801" y="124508"/>
                  </a:cubicBezTo>
                  <a:cubicBezTo>
                    <a:pt x="308215" y="131174"/>
                    <a:pt x="299937" y="135528"/>
                    <a:pt x="290948" y="137483"/>
                  </a:cubicBezTo>
                  <a:lnTo>
                    <a:pt x="290948" y="158812"/>
                  </a:lnTo>
                  <a:cubicBezTo>
                    <a:pt x="290948" y="171343"/>
                    <a:pt x="295843" y="183163"/>
                    <a:pt x="304655" y="191961"/>
                  </a:cubicBezTo>
                  <a:cubicBezTo>
                    <a:pt x="313555" y="200848"/>
                    <a:pt x="325303" y="205736"/>
                    <a:pt x="337852" y="205736"/>
                  </a:cubicBezTo>
                  <a:cubicBezTo>
                    <a:pt x="355742" y="205736"/>
                    <a:pt x="372563" y="212668"/>
                    <a:pt x="385113" y="225288"/>
                  </a:cubicBezTo>
                  <a:cubicBezTo>
                    <a:pt x="397751" y="237819"/>
                    <a:pt x="404693" y="254615"/>
                    <a:pt x="404693" y="272389"/>
                  </a:cubicBezTo>
                  <a:lnTo>
                    <a:pt x="404693" y="577839"/>
                  </a:lnTo>
                  <a:cubicBezTo>
                    <a:pt x="404693" y="585571"/>
                    <a:pt x="401667" y="592769"/>
                    <a:pt x="396238" y="598190"/>
                  </a:cubicBezTo>
                  <a:cubicBezTo>
                    <a:pt x="390720" y="603700"/>
                    <a:pt x="383510" y="606722"/>
                    <a:pt x="375767" y="606722"/>
                  </a:cubicBezTo>
                  <a:lnTo>
                    <a:pt x="28837" y="606722"/>
                  </a:lnTo>
                  <a:cubicBezTo>
                    <a:pt x="21183" y="606722"/>
                    <a:pt x="13884" y="603700"/>
                    <a:pt x="8455" y="598279"/>
                  </a:cubicBezTo>
                  <a:cubicBezTo>
                    <a:pt x="3026" y="592769"/>
                    <a:pt x="0" y="585571"/>
                    <a:pt x="0" y="577839"/>
                  </a:cubicBezTo>
                  <a:lnTo>
                    <a:pt x="0" y="272389"/>
                  </a:lnTo>
                  <a:cubicBezTo>
                    <a:pt x="0" y="254615"/>
                    <a:pt x="6942" y="237819"/>
                    <a:pt x="19580" y="225288"/>
                  </a:cubicBezTo>
                  <a:cubicBezTo>
                    <a:pt x="32130" y="212668"/>
                    <a:pt x="48951" y="205736"/>
                    <a:pt x="66752" y="205736"/>
                  </a:cubicBezTo>
                  <a:cubicBezTo>
                    <a:pt x="79301" y="205736"/>
                    <a:pt x="91138" y="200848"/>
                    <a:pt x="99949" y="191961"/>
                  </a:cubicBezTo>
                  <a:cubicBezTo>
                    <a:pt x="108850" y="183163"/>
                    <a:pt x="113745" y="171343"/>
                    <a:pt x="113745" y="158901"/>
                  </a:cubicBezTo>
                  <a:lnTo>
                    <a:pt x="113745" y="137483"/>
                  </a:lnTo>
                  <a:cubicBezTo>
                    <a:pt x="104756" y="135617"/>
                    <a:pt x="96478" y="131174"/>
                    <a:pt x="89803" y="124508"/>
                  </a:cubicBezTo>
                  <a:cubicBezTo>
                    <a:pt x="80814" y="115532"/>
                    <a:pt x="75830" y="103535"/>
                    <a:pt x="75830" y="90737"/>
                  </a:cubicBezTo>
                  <a:cubicBezTo>
                    <a:pt x="75830" y="77940"/>
                    <a:pt x="80814" y="65942"/>
                    <a:pt x="89803" y="56877"/>
                  </a:cubicBezTo>
                  <a:cubicBezTo>
                    <a:pt x="98881" y="47901"/>
                    <a:pt x="110897" y="42925"/>
                    <a:pt x="123624" y="42925"/>
                  </a:cubicBezTo>
                  <a:lnTo>
                    <a:pt x="150414" y="42925"/>
                  </a:lnTo>
                  <a:close/>
                </a:path>
              </a:pathLst>
            </a:custGeom>
            <a:solidFill>
              <a:schemeClr val="bg1"/>
            </a:solidFill>
            <a:ln>
              <a:noFill/>
            </a:ln>
          </p:spPr>
          <p:txBody>
            <a:bodyPr/>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7" name="图形"/>
            <p:cNvSpPr>
              <a:spLocks noChangeAspect="1"/>
            </p:cNvSpPr>
            <p:nvPr>
              <p:custDataLst>
                <p:tags r:id="rId16"/>
              </p:custDataLst>
            </p:nvPr>
          </p:nvSpPr>
          <p:spPr bwMode="auto">
            <a:xfrm>
              <a:off x="10933" y="3912"/>
              <a:ext cx="1568" cy="1595"/>
            </a:xfrm>
            <a:custGeom>
              <a:avLst/>
              <a:gdLst>
                <a:gd name="T0" fmla="*/ 4988 w 6700"/>
                <a:gd name="T1" fmla="*/ 1540 h 6827"/>
                <a:gd name="T2" fmla="*/ 3945 w 6700"/>
                <a:gd name="T3" fmla="*/ 2520 h 6827"/>
                <a:gd name="T4" fmla="*/ 3392 w 6700"/>
                <a:gd name="T5" fmla="*/ 1301 h 6827"/>
                <a:gd name="T6" fmla="*/ 3220 w 6700"/>
                <a:gd name="T7" fmla="*/ 0 h 6827"/>
                <a:gd name="T8" fmla="*/ 3048 w 6700"/>
                <a:gd name="T9" fmla="*/ 1301 h 6827"/>
                <a:gd name="T10" fmla="*/ 2227 w 6700"/>
                <a:gd name="T11" fmla="*/ 3047 h 6827"/>
                <a:gd name="T12" fmla="*/ 662 w 6700"/>
                <a:gd name="T13" fmla="*/ 2557 h 6827"/>
                <a:gd name="T14" fmla="*/ 662 w 6700"/>
                <a:gd name="T15" fmla="*/ 3881 h 6827"/>
                <a:gd name="T16" fmla="*/ 2227 w 6700"/>
                <a:gd name="T17" fmla="*/ 3391 h 6827"/>
                <a:gd name="T18" fmla="*/ 2039 w 6700"/>
                <a:gd name="T19" fmla="*/ 5146 h 6827"/>
                <a:gd name="T20" fmla="*/ 1810 w 6700"/>
                <a:gd name="T21" fmla="*/ 6827 h 6827"/>
                <a:gd name="T22" fmla="*/ 2345 w 6700"/>
                <a:gd name="T23" fmla="*/ 5303 h 6827"/>
                <a:gd name="T24" fmla="*/ 3800 w 6700"/>
                <a:gd name="T25" fmla="*/ 4043 h 6827"/>
                <a:gd name="T26" fmla="*/ 4560 w 6700"/>
                <a:gd name="T27" fmla="*/ 5496 h 6827"/>
                <a:gd name="T28" fmla="*/ 5496 w 6700"/>
                <a:gd name="T29" fmla="*/ 4559 h 6827"/>
                <a:gd name="T30" fmla="*/ 4043 w 6700"/>
                <a:gd name="T31" fmla="*/ 3799 h 6827"/>
                <a:gd name="T32" fmla="*/ 5190 w 6700"/>
                <a:gd name="T33" fmla="*/ 2092 h 6827"/>
                <a:gd name="T34" fmla="*/ 6700 w 6700"/>
                <a:gd name="T35" fmla="*/ 1540 h 6827"/>
                <a:gd name="T36" fmla="*/ 662 w 6700"/>
                <a:gd name="T37" fmla="*/ 3537 h 6827"/>
                <a:gd name="T38" fmla="*/ 662 w 6700"/>
                <a:gd name="T39" fmla="*/ 2901 h 6827"/>
                <a:gd name="T40" fmla="*/ 662 w 6700"/>
                <a:gd name="T41" fmla="*/ 3537 h 6827"/>
                <a:gd name="T42" fmla="*/ 1297 w 6700"/>
                <a:gd name="T43" fmla="*/ 5971 h 6827"/>
                <a:gd name="T44" fmla="*/ 2322 w 6700"/>
                <a:gd name="T45" fmla="*/ 5971 h 6827"/>
                <a:gd name="T46" fmla="*/ 2901 w 6700"/>
                <a:gd name="T47" fmla="*/ 662 h 6827"/>
                <a:gd name="T48" fmla="*/ 3538 w 6700"/>
                <a:gd name="T49" fmla="*/ 662 h 6827"/>
                <a:gd name="T50" fmla="*/ 2901 w 6700"/>
                <a:gd name="T51" fmla="*/ 662 h 6827"/>
                <a:gd name="T52" fmla="*/ 2556 w 6700"/>
                <a:gd name="T53" fmla="*/ 3219 h 6827"/>
                <a:gd name="T54" fmla="*/ 3884 w 6700"/>
                <a:gd name="T55" fmla="*/ 3219 h 6827"/>
                <a:gd name="T56" fmla="*/ 4803 w 6700"/>
                <a:gd name="T57" fmla="*/ 4803 h 6827"/>
                <a:gd name="T58" fmla="*/ 5253 w 6700"/>
                <a:gd name="T59" fmla="*/ 5253 h 6827"/>
                <a:gd name="T60" fmla="*/ 4803 w 6700"/>
                <a:gd name="T61" fmla="*/ 5252 h 6827"/>
                <a:gd name="T62" fmla="*/ 5844 w 6700"/>
                <a:gd name="T63" fmla="*/ 2052 h 6827"/>
                <a:gd name="T64" fmla="*/ 5844 w 6700"/>
                <a:gd name="T65" fmla="*/ 1028 h 6827"/>
                <a:gd name="T66" fmla="*/ 5844 w 6700"/>
                <a:gd name="T67" fmla="*/ 2052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699" h="6825">
                  <a:moveTo>
                    <a:pt x="5844" y="684"/>
                  </a:moveTo>
                  <a:cubicBezTo>
                    <a:pt x="5372" y="684"/>
                    <a:pt x="4988" y="1068"/>
                    <a:pt x="4988" y="1540"/>
                  </a:cubicBezTo>
                  <a:cubicBezTo>
                    <a:pt x="4988" y="1627"/>
                    <a:pt x="5001" y="1710"/>
                    <a:pt x="5025" y="1788"/>
                  </a:cubicBezTo>
                  <a:lnTo>
                    <a:pt x="3945" y="2520"/>
                  </a:lnTo>
                  <a:cubicBezTo>
                    <a:pt x="3799" y="2369"/>
                    <a:pt x="3607" y="2264"/>
                    <a:pt x="3392" y="2226"/>
                  </a:cubicBezTo>
                  <a:lnTo>
                    <a:pt x="3392" y="1301"/>
                  </a:lnTo>
                  <a:cubicBezTo>
                    <a:pt x="3673" y="1225"/>
                    <a:pt x="3882" y="968"/>
                    <a:pt x="3882" y="662"/>
                  </a:cubicBezTo>
                  <a:cubicBezTo>
                    <a:pt x="3882" y="297"/>
                    <a:pt x="3585" y="0"/>
                    <a:pt x="3220" y="0"/>
                  </a:cubicBezTo>
                  <a:cubicBezTo>
                    <a:pt x="2855" y="0"/>
                    <a:pt x="2558" y="297"/>
                    <a:pt x="2558" y="662"/>
                  </a:cubicBezTo>
                  <a:cubicBezTo>
                    <a:pt x="2558" y="968"/>
                    <a:pt x="2766" y="1225"/>
                    <a:pt x="3048" y="1301"/>
                  </a:cubicBezTo>
                  <a:lnTo>
                    <a:pt x="3048" y="2226"/>
                  </a:lnTo>
                  <a:cubicBezTo>
                    <a:pt x="2630" y="2299"/>
                    <a:pt x="2299" y="2629"/>
                    <a:pt x="2227" y="3047"/>
                  </a:cubicBezTo>
                  <a:lnTo>
                    <a:pt x="1302" y="3047"/>
                  </a:lnTo>
                  <a:cubicBezTo>
                    <a:pt x="1226" y="2765"/>
                    <a:pt x="968" y="2557"/>
                    <a:pt x="662" y="2557"/>
                  </a:cubicBezTo>
                  <a:cubicBezTo>
                    <a:pt x="297" y="2557"/>
                    <a:pt x="0" y="2854"/>
                    <a:pt x="0" y="3219"/>
                  </a:cubicBezTo>
                  <a:cubicBezTo>
                    <a:pt x="0" y="3584"/>
                    <a:pt x="297" y="3881"/>
                    <a:pt x="662" y="3881"/>
                  </a:cubicBezTo>
                  <a:cubicBezTo>
                    <a:pt x="968" y="3881"/>
                    <a:pt x="1226" y="3673"/>
                    <a:pt x="1302" y="3391"/>
                  </a:cubicBezTo>
                  <a:lnTo>
                    <a:pt x="2227" y="3391"/>
                  </a:lnTo>
                  <a:cubicBezTo>
                    <a:pt x="2271" y="3649"/>
                    <a:pt x="2413" y="3873"/>
                    <a:pt x="2614" y="4024"/>
                  </a:cubicBezTo>
                  <a:lnTo>
                    <a:pt x="2039" y="5146"/>
                  </a:lnTo>
                  <a:cubicBezTo>
                    <a:pt x="1491" y="4993"/>
                    <a:pt x="954" y="5409"/>
                    <a:pt x="954" y="5971"/>
                  </a:cubicBezTo>
                  <a:cubicBezTo>
                    <a:pt x="954" y="6443"/>
                    <a:pt x="1338" y="6827"/>
                    <a:pt x="1810" y="6827"/>
                  </a:cubicBezTo>
                  <a:cubicBezTo>
                    <a:pt x="2282" y="6827"/>
                    <a:pt x="2666" y="6443"/>
                    <a:pt x="2666" y="5971"/>
                  </a:cubicBezTo>
                  <a:cubicBezTo>
                    <a:pt x="2666" y="5701"/>
                    <a:pt x="2540" y="5460"/>
                    <a:pt x="2345" y="5303"/>
                  </a:cubicBezTo>
                  <a:lnTo>
                    <a:pt x="2920" y="4181"/>
                  </a:lnTo>
                  <a:cubicBezTo>
                    <a:pt x="3214" y="4273"/>
                    <a:pt x="3540" y="4226"/>
                    <a:pt x="3800" y="4043"/>
                  </a:cubicBezTo>
                  <a:lnTo>
                    <a:pt x="4454" y="4697"/>
                  </a:lnTo>
                  <a:cubicBezTo>
                    <a:pt x="4310" y="4947"/>
                    <a:pt x="4341" y="5276"/>
                    <a:pt x="4560" y="5496"/>
                  </a:cubicBezTo>
                  <a:cubicBezTo>
                    <a:pt x="4819" y="5754"/>
                    <a:pt x="5237" y="5754"/>
                    <a:pt x="5496" y="5496"/>
                  </a:cubicBezTo>
                  <a:cubicBezTo>
                    <a:pt x="5755" y="5237"/>
                    <a:pt x="5755" y="4818"/>
                    <a:pt x="5496" y="4559"/>
                  </a:cubicBezTo>
                  <a:cubicBezTo>
                    <a:pt x="5277" y="4341"/>
                    <a:pt x="4948" y="4309"/>
                    <a:pt x="4697" y="4454"/>
                  </a:cubicBezTo>
                  <a:lnTo>
                    <a:pt x="4043" y="3799"/>
                  </a:lnTo>
                  <a:cubicBezTo>
                    <a:pt x="4250" y="3507"/>
                    <a:pt x="4285" y="3129"/>
                    <a:pt x="4138" y="2805"/>
                  </a:cubicBezTo>
                  <a:lnTo>
                    <a:pt x="5190" y="2092"/>
                  </a:lnTo>
                  <a:cubicBezTo>
                    <a:pt x="5347" y="2278"/>
                    <a:pt x="5582" y="2396"/>
                    <a:pt x="5844" y="2396"/>
                  </a:cubicBezTo>
                  <a:cubicBezTo>
                    <a:pt x="6316" y="2396"/>
                    <a:pt x="6700" y="2012"/>
                    <a:pt x="6700" y="1540"/>
                  </a:cubicBezTo>
                  <a:cubicBezTo>
                    <a:pt x="6700" y="1068"/>
                    <a:pt x="6316" y="684"/>
                    <a:pt x="5844" y="684"/>
                  </a:cubicBezTo>
                  <a:close/>
                  <a:moveTo>
                    <a:pt x="662" y="3537"/>
                  </a:moveTo>
                  <a:cubicBezTo>
                    <a:pt x="487" y="3537"/>
                    <a:pt x="344" y="3395"/>
                    <a:pt x="344" y="3219"/>
                  </a:cubicBezTo>
                  <a:cubicBezTo>
                    <a:pt x="344" y="3044"/>
                    <a:pt x="487" y="2901"/>
                    <a:pt x="662" y="2901"/>
                  </a:cubicBezTo>
                  <a:cubicBezTo>
                    <a:pt x="838" y="2901"/>
                    <a:pt x="980" y="3044"/>
                    <a:pt x="980" y="3219"/>
                  </a:cubicBezTo>
                  <a:cubicBezTo>
                    <a:pt x="980" y="3395"/>
                    <a:pt x="838" y="3537"/>
                    <a:pt x="662" y="3537"/>
                  </a:cubicBezTo>
                  <a:close/>
                  <a:moveTo>
                    <a:pt x="1810" y="6483"/>
                  </a:moveTo>
                  <a:cubicBezTo>
                    <a:pt x="1527" y="6483"/>
                    <a:pt x="1297" y="6253"/>
                    <a:pt x="1297" y="5971"/>
                  </a:cubicBezTo>
                  <a:cubicBezTo>
                    <a:pt x="1297" y="5688"/>
                    <a:pt x="1527" y="5458"/>
                    <a:pt x="1810" y="5458"/>
                  </a:cubicBezTo>
                  <a:cubicBezTo>
                    <a:pt x="2092" y="5458"/>
                    <a:pt x="2322" y="5688"/>
                    <a:pt x="2322" y="5971"/>
                  </a:cubicBezTo>
                  <a:cubicBezTo>
                    <a:pt x="2322" y="6253"/>
                    <a:pt x="2092" y="6483"/>
                    <a:pt x="1810" y="6483"/>
                  </a:cubicBezTo>
                  <a:close/>
                  <a:moveTo>
                    <a:pt x="2901" y="662"/>
                  </a:moveTo>
                  <a:cubicBezTo>
                    <a:pt x="2901" y="487"/>
                    <a:pt x="3044" y="344"/>
                    <a:pt x="3220" y="344"/>
                  </a:cubicBezTo>
                  <a:cubicBezTo>
                    <a:pt x="3395" y="344"/>
                    <a:pt x="3538" y="487"/>
                    <a:pt x="3538" y="662"/>
                  </a:cubicBezTo>
                  <a:cubicBezTo>
                    <a:pt x="3538" y="837"/>
                    <a:pt x="3395" y="980"/>
                    <a:pt x="3220" y="980"/>
                  </a:cubicBezTo>
                  <a:cubicBezTo>
                    <a:pt x="3044" y="980"/>
                    <a:pt x="2901" y="837"/>
                    <a:pt x="2901" y="662"/>
                  </a:cubicBezTo>
                  <a:close/>
                  <a:moveTo>
                    <a:pt x="3220" y="3883"/>
                  </a:moveTo>
                  <a:cubicBezTo>
                    <a:pt x="2853" y="3883"/>
                    <a:pt x="2556" y="3585"/>
                    <a:pt x="2556" y="3219"/>
                  </a:cubicBezTo>
                  <a:cubicBezTo>
                    <a:pt x="2556" y="2853"/>
                    <a:pt x="2853" y="2555"/>
                    <a:pt x="3220" y="2555"/>
                  </a:cubicBezTo>
                  <a:cubicBezTo>
                    <a:pt x="3586" y="2555"/>
                    <a:pt x="3884" y="2853"/>
                    <a:pt x="3884" y="3219"/>
                  </a:cubicBezTo>
                  <a:cubicBezTo>
                    <a:pt x="3884" y="3585"/>
                    <a:pt x="3586" y="3883"/>
                    <a:pt x="3220" y="3883"/>
                  </a:cubicBezTo>
                  <a:close/>
                  <a:moveTo>
                    <a:pt x="4803" y="4803"/>
                  </a:moveTo>
                  <a:cubicBezTo>
                    <a:pt x="4927" y="4678"/>
                    <a:pt x="5129" y="4678"/>
                    <a:pt x="5253" y="4803"/>
                  </a:cubicBezTo>
                  <a:cubicBezTo>
                    <a:pt x="5377" y="4927"/>
                    <a:pt x="5377" y="5128"/>
                    <a:pt x="5253" y="5253"/>
                  </a:cubicBezTo>
                  <a:cubicBezTo>
                    <a:pt x="5128" y="5377"/>
                    <a:pt x="4927" y="5377"/>
                    <a:pt x="4803" y="5252"/>
                  </a:cubicBezTo>
                  <a:lnTo>
                    <a:pt x="4803" y="5252"/>
                  </a:lnTo>
                  <a:cubicBezTo>
                    <a:pt x="4679" y="5128"/>
                    <a:pt x="4679" y="4927"/>
                    <a:pt x="4803" y="4803"/>
                  </a:cubicBezTo>
                  <a:close/>
                  <a:moveTo>
                    <a:pt x="5844" y="2052"/>
                  </a:moveTo>
                  <a:cubicBezTo>
                    <a:pt x="5562" y="2052"/>
                    <a:pt x="5332" y="1823"/>
                    <a:pt x="5332" y="1540"/>
                  </a:cubicBezTo>
                  <a:cubicBezTo>
                    <a:pt x="5332" y="1258"/>
                    <a:pt x="5562" y="1028"/>
                    <a:pt x="5844" y="1028"/>
                  </a:cubicBezTo>
                  <a:cubicBezTo>
                    <a:pt x="6127" y="1028"/>
                    <a:pt x="6356" y="1258"/>
                    <a:pt x="6356" y="1540"/>
                  </a:cubicBezTo>
                  <a:cubicBezTo>
                    <a:pt x="6356" y="1823"/>
                    <a:pt x="6127" y="2052"/>
                    <a:pt x="5844" y="2052"/>
                  </a:cubicBezTo>
                  <a:close/>
                </a:path>
              </a:pathLst>
            </a:custGeom>
            <a:solidFill>
              <a:schemeClr val="bg1"/>
            </a:solidFill>
            <a:ln>
              <a:noFill/>
            </a:ln>
          </p:spPr>
          <p:txBody>
            <a:bodyPr/>
            <a:lstStyle/>
            <a:p>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8" name="图形"/>
            <p:cNvSpPr txBox="1"/>
            <p:nvPr>
              <p:custDataLst>
                <p:tags r:id="rId17"/>
              </p:custDataLst>
            </p:nvPr>
          </p:nvSpPr>
          <p:spPr>
            <a:xfrm flipH="1">
              <a:off x="1611" y="7434"/>
              <a:ext cx="3701" cy="1782"/>
            </a:xfrm>
            <a:prstGeom prst="rect">
              <a:avLst/>
            </a:prstGeom>
            <a:noFill/>
            <a:ln w="9525">
              <a:noFill/>
              <a:miter/>
            </a:ln>
            <a:effectLst>
              <a:outerShdw sx="999" sy="999" algn="ctr" rotWithShape="0">
                <a:srgbClr val="000000"/>
              </a:outerShdw>
            </a:effectLst>
          </p:spPr>
          <p:txBody>
            <a:bodyPr wrap="square" anchor="t">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39" name="图形"/>
            <p:cNvSpPr txBox="1"/>
            <p:nvPr>
              <p:custDataLst>
                <p:tags r:id="rId18"/>
              </p:custDataLst>
            </p:nvPr>
          </p:nvSpPr>
          <p:spPr>
            <a:xfrm>
              <a:off x="1996" y="6762"/>
              <a:ext cx="2954" cy="670"/>
            </a:xfrm>
            <a:prstGeom prst="rect">
              <a:avLst/>
            </a:prstGeom>
            <a:noFill/>
          </p:spPr>
          <p:txBody>
            <a:bodyPr wrap="square" rtlCol="0">
              <a:spAutoFit/>
            </a:bodyPr>
            <a:lstStyle/>
            <a:p>
              <a:pPr lvl="0" algn="ctr">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p>
          </p:txBody>
        </p:sp>
        <p:sp>
          <p:nvSpPr>
            <p:cNvPr id="40" name="图形"/>
            <p:cNvSpPr txBox="1"/>
            <p:nvPr>
              <p:custDataLst>
                <p:tags r:id="rId19"/>
              </p:custDataLst>
            </p:nvPr>
          </p:nvSpPr>
          <p:spPr>
            <a:xfrm flipH="1">
              <a:off x="5766" y="7434"/>
              <a:ext cx="3701" cy="1782"/>
            </a:xfrm>
            <a:prstGeom prst="rect">
              <a:avLst/>
            </a:prstGeom>
            <a:noFill/>
            <a:ln w="9525">
              <a:noFill/>
              <a:miter/>
            </a:ln>
            <a:effectLst>
              <a:outerShdw sx="999" sy="999" algn="ctr" rotWithShape="0">
                <a:srgbClr val="000000"/>
              </a:outerShdw>
            </a:effectLst>
          </p:spPr>
          <p:txBody>
            <a:bodyPr wrap="square" anchor="t">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41" name="图形"/>
            <p:cNvSpPr txBox="1"/>
            <p:nvPr>
              <p:custDataLst>
                <p:tags r:id="rId20"/>
              </p:custDataLst>
            </p:nvPr>
          </p:nvSpPr>
          <p:spPr>
            <a:xfrm>
              <a:off x="6146" y="6762"/>
              <a:ext cx="2954" cy="670"/>
            </a:xfrm>
            <a:prstGeom prst="rect">
              <a:avLst/>
            </a:prstGeom>
            <a:noFill/>
          </p:spPr>
          <p:txBody>
            <a:bodyPr wrap="square" rtlCol="0">
              <a:spAutoFit/>
            </a:bodyPr>
            <a:lstStyle/>
            <a:p>
              <a:pPr lvl="0" algn="ctr">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5" name="图形"/>
            <p:cNvSpPr txBox="1"/>
            <p:nvPr>
              <p:custDataLst>
                <p:tags r:id="rId21"/>
              </p:custDataLst>
            </p:nvPr>
          </p:nvSpPr>
          <p:spPr>
            <a:xfrm flipH="1">
              <a:off x="9925" y="7434"/>
              <a:ext cx="3701" cy="1782"/>
            </a:xfrm>
            <a:prstGeom prst="rect">
              <a:avLst/>
            </a:prstGeom>
            <a:noFill/>
            <a:ln w="9525">
              <a:noFill/>
              <a:miter/>
            </a:ln>
            <a:effectLst>
              <a:outerShdw sx="999" sy="999" algn="ctr" rotWithShape="0">
                <a:srgbClr val="000000"/>
              </a:outerShdw>
            </a:effectLst>
          </p:spPr>
          <p:txBody>
            <a:bodyPr wrap="square" anchor="t">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46" name="图形"/>
            <p:cNvSpPr txBox="1"/>
            <p:nvPr>
              <p:custDataLst>
                <p:tags r:id="rId22"/>
              </p:custDataLst>
            </p:nvPr>
          </p:nvSpPr>
          <p:spPr>
            <a:xfrm>
              <a:off x="10305" y="6762"/>
              <a:ext cx="2954" cy="670"/>
            </a:xfrm>
            <a:prstGeom prst="rect">
              <a:avLst/>
            </a:prstGeom>
            <a:noFill/>
          </p:spPr>
          <p:txBody>
            <a:bodyPr wrap="square" rtlCol="0">
              <a:spAutoFit/>
            </a:bodyPr>
            <a:lstStyle/>
            <a:p>
              <a:pPr lvl="0" algn="ctr">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3" name="图形"/>
            <p:cNvSpPr txBox="1"/>
            <p:nvPr>
              <p:custDataLst>
                <p:tags r:id="rId23"/>
              </p:custDataLst>
            </p:nvPr>
          </p:nvSpPr>
          <p:spPr>
            <a:xfrm flipH="1">
              <a:off x="14080" y="7434"/>
              <a:ext cx="3701" cy="1782"/>
            </a:xfrm>
            <a:prstGeom prst="rect">
              <a:avLst/>
            </a:prstGeom>
            <a:noFill/>
            <a:ln w="9525">
              <a:noFill/>
              <a:miter/>
            </a:ln>
            <a:effectLst>
              <a:outerShdw sx="999" sy="999" algn="ctr" rotWithShape="0">
                <a:srgbClr val="000000"/>
              </a:outerShdw>
            </a:effectLst>
          </p:spPr>
          <p:txBody>
            <a:bodyPr wrap="square" anchor="t">
              <a:spAutoFit/>
            </a:bodyPr>
            <a:lstStyle/>
            <a:p>
              <a:pPr algn="ctr">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24" name="图形"/>
            <p:cNvSpPr txBox="1"/>
            <p:nvPr>
              <p:custDataLst>
                <p:tags r:id="rId24"/>
              </p:custDataLst>
            </p:nvPr>
          </p:nvSpPr>
          <p:spPr>
            <a:xfrm>
              <a:off x="14459" y="6762"/>
              <a:ext cx="2954" cy="670"/>
            </a:xfrm>
            <a:prstGeom prst="rect">
              <a:avLst/>
            </a:prstGeom>
            <a:noFill/>
          </p:spPr>
          <p:txBody>
            <a:bodyPr wrap="square" rtlCol="0">
              <a:spAutoFit/>
            </a:bodyPr>
            <a:lstStyle/>
            <a:p>
              <a:pPr lvl="0" algn="ctr">
                <a:buClrTx/>
                <a:buSzTx/>
                <a:buFont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9" name="图形"/>
            <p:cNvSpPr/>
            <p:nvPr>
              <p:custDataLst>
                <p:tags r:id="rId25"/>
              </p:custDataLst>
            </p:nvPr>
          </p:nvSpPr>
          <p:spPr>
            <a:xfrm rot="19200000" flipH="1">
              <a:off x="1596" y="2865"/>
              <a:ext cx="3504" cy="3504"/>
            </a:xfrm>
            <a:prstGeom prst="circularArrow">
              <a:avLst>
                <a:gd name="adj1" fmla="val 2959"/>
                <a:gd name="adj2" fmla="val 333811"/>
                <a:gd name="adj3" fmla="val 20418523"/>
                <a:gd name="adj4" fmla="val 8830923"/>
                <a:gd name="adj5" fmla="val 4518"/>
              </a:avLst>
            </a:prstGeom>
            <a:solidFill>
              <a:srgbClr val="EA791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5" name="图形"/>
            <p:cNvSpPr/>
            <p:nvPr>
              <p:custDataLst>
                <p:tags r:id="rId26"/>
              </p:custDataLst>
            </p:nvPr>
          </p:nvSpPr>
          <p:spPr>
            <a:xfrm rot="12960000">
              <a:off x="14165" y="2865"/>
              <a:ext cx="3504" cy="3504"/>
            </a:xfrm>
            <a:prstGeom prst="circularArrow">
              <a:avLst>
                <a:gd name="adj1" fmla="val 2959"/>
                <a:gd name="adj2" fmla="val 333811"/>
                <a:gd name="adj3" fmla="val 20418523"/>
                <a:gd name="adj4" fmla="val 8830923"/>
                <a:gd name="adj5" fmla="val 4518"/>
              </a:avLst>
            </a:prstGeom>
            <a:solidFill>
              <a:srgbClr val="56A4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dur="50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圆: 空心 14"/>
          <p:cNvSpPr/>
          <p:nvPr/>
        </p:nvSpPr>
        <p:spPr>
          <a:xfrm>
            <a:off x="2131764" y="1741448"/>
            <a:ext cx="1828800" cy="1828800"/>
          </a:xfrm>
          <a:prstGeom prst="donut">
            <a:avLst/>
          </a:prstGeom>
          <a:gradFill>
            <a:gsLst>
              <a:gs pos="0">
                <a:schemeClr val="bg1">
                  <a:alpha val="0"/>
                </a:schemeClr>
              </a:gs>
              <a:gs pos="100000">
                <a:srgbClr val="56A4D3"/>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i="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7" name="文本框 16"/>
          <p:cNvSpPr txBox="1"/>
          <p:nvPr/>
        </p:nvSpPr>
        <p:spPr>
          <a:xfrm>
            <a:off x="1879521" y="1681089"/>
            <a:ext cx="2751530" cy="3416320"/>
          </a:xfrm>
          <a:prstGeom prst="rect">
            <a:avLst/>
          </a:prstGeom>
          <a:noFill/>
        </p:spPr>
        <p:txBody>
          <a:bodyPr wrap="square" rtlCol="0">
            <a:spAutoFit/>
          </a:bodyPr>
          <a:lstStyle/>
          <a:p>
            <a:pPr algn="ctr"/>
            <a:r>
              <a:rPr lang="zh-CN" altLang="en-US" sz="21600" dirty="0">
                <a:effectLst>
                  <a:outerShdw blurRad="25400" dist="12700" dir="2700000" algn="tl">
                    <a:srgbClr val="000000">
                      <a:alpha val="30000"/>
                    </a:srgbClr>
                  </a:outerShdw>
                </a:effectLst>
                <a:latin typeface="思源宋体 CN Heavy" panose="02020900000000000000" pitchFamily="18" charset="-122"/>
                <a:ea typeface="思源宋体 CN Heavy" panose="02020900000000000000" pitchFamily="18" charset="-122"/>
                <a:cs typeface="阿里巴巴普惠体" panose="00020600040101010101" charset="-122"/>
                <a:sym typeface="阿里巴巴普惠体"/>
              </a:rPr>
              <a:t>肆</a:t>
            </a:r>
          </a:p>
        </p:txBody>
      </p:sp>
      <p:sp>
        <p:nvSpPr>
          <p:cNvPr id="19" name="矩形 18"/>
          <p:cNvSpPr/>
          <p:nvPr/>
        </p:nvSpPr>
        <p:spPr>
          <a:xfrm>
            <a:off x="5518672" y="2012457"/>
            <a:ext cx="4737787" cy="117951"/>
          </a:xfrm>
          <a:prstGeom prst="rect">
            <a:avLst/>
          </a:prstGeom>
          <a:gradFill>
            <a:gsLst>
              <a:gs pos="0">
                <a:schemeClr val="bg1">
                  <a:alpha val="0"/>
                </a:schemeClr>
              </a:gs>
              <a:gs pos="100000">
                <a:srgbClr val="56A4D3"/>
              </a:gs>
            </a:gsLst>
            <a:lin ang="12000000" scaled="0"/>
          </a:gra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0" name="文本框 19"/>
          <p:cNvSpPr txBox="1"/>
          <p:nvPr/>
        </p:nvSpPr>
        <p:spPr>
          <a:xfrm>
            <a:off x="5410105" y="2372451"/>
            <a:ext cx="3624304" cy="639868"/>
          </a:xfrm>
          <a:prstGeom prst="rect">
            <a:avLst/>
          </a:prstGeom>
          <a:noFill/>
          <a:effectLst/>
        </p:spPr>
        <p:txBody>
          <a:bodyPr wrap="square" lIns="85039" tIns="42520" rIns="85039" bIns="42520" rtlCol="0">
            <a:spAutoFit/>
          </a:bodyPr>
          <a:lstStyle/>
          <a:p>
            <a:r>
              <a:rPr lang="en-US" altLang="zh-CN" sz="3600" dirty="0">
                <a:latin typeface="微软雅黑" panose="020B0503020204020204" pitchFamily="34" charset="-122"/>
                <a:ea typeface="微软雅黑" panose="020B0503020204020204" pitchFamily="34" charset="-122"/>
                <a:cs typeface="阿里巴巴普惠体" panose="00020600040101010101" charset="-122"/>
                <a:sym typeface="阿里巴巴普惠体"/>
              </a:rPr>
              <a:t>PART – O4</a:t>
            </a:r>
            <a:endParaRPr lang="zh-CN" altLang="en-US" sz="36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1" name="PA-文本框 88"/>
          <p:cNvSpPr txBox="1"/>
          <p:nvPr>
            <p:custDataLst>
              <p:tags r:id="rId2"/>
            </p:custDataLst>
          </p:nvPr>
        </p:nvSpPr>
        <p:spPr>
          <a:xfrm>
            <a:off x="5518672" y="4075542"/>
            <a:ext cx="5147535" cy="586251"/>
          </a:xfrm>
          <a:prstGeom prst="rect">
            <a:avLst/>
          </a:prstGeom>
          <a:noFill/>
        </p:spPr>
        <p:txBody>
          <a:bodyPr wrap="square" lIns="0" tIns="0" rIns="0" bIns="0" rtlCol="0">
            <a:spAutoFit/>
          </a:bodyPr>
          <a:lstStyle/>
          <a:p>
            <a:pPr hangingPunct="0">
              <a:lnSpc>
                <a:spcPct val="130000"/>
              </a:lnSpc>
            </a:pPr>
            <a:r>
              <a:rPr lang="en-US" altLang="zh-CN" sz="1000" spc="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Lorem Ipsum is simply dummy text of the printing and typesetting industry. Lorem Ipsum is simply dummy text of the printing and typesetting industry. </a:t>
            </a:r>
          </a:p>
        </p:txBody>
      </p:sp>
      <p:sp>
        <p:nvSpPr>
          <p:cNvPr id="22" name="文本框 21"/>
          <p:cNvSpPr txBox="1"/>
          <p:nvPr/>
        </p:nvSpPr>
        <p:spPr>
          <a:xfrm>
            <a:off x="5410105" y="3012319"/>
            <a:ext cx="6003948" cy="1101533"/>
          </a:xfrm>
          <a:prstGeom prst="rect">
            <a:avLst/>
          </a:prstGeom>
          <a:noFill/>
          <a:effectLst/>
        </p:spPr>
        <p:txBody>
          <a:bodyPr wrap="square" lIns="85039" tIns="42520" rIns="85039" bIns="42520" rtlCol="0">
            <a:spAutoFit/>
          </a:bodyPr>
          <a:lstStyle/>
          <a:p>
            <a:r>
              <a:rPr kumimoji="1" lang="zh-CN" altLang="en-US" sz="6600" dirty="0">
                <a:latin typeface="思源宋体 CN Heavy" panose="02020900000000000000" pitchFamily="18" charset="-122"/>
                <a:ea typeface="思源宋体 CN Heavy" panose="02020900000000000000" pitchFamily="18" charset="-122"/>
              </a:rPr>
              <a:t>问题不足讨论</a:t>
            </a:r>
          </a:p>
        </p:txBody>
      </p:sp>
      <p:grpSp>
        <p:nvGrpSpPr>
          <p:cNvPr id="2" name="组合 1"/>
          <p:cNvGrpSpPr/>
          <p:nvPr/>
        </p:nvGrpSpPr>
        <p:grpSpPr>
          <a:xfrm>
            <a:off x="270412" y="297072"/>
            <a:ext cx="11584839" cy="713374"/>
            <a:chOff x="263598" y="297072"/>
            <a:chExt cx="11584839" cy="713374"/>
          </a:xfrm>
        </p:grpSpPr>
        <p:sp>
          <p:nvSpPr>
            <p:cNvPr id="3" name="文本框 2"/>
            <p:cNvSpPr txBox="1"/>
            <p:nvPr/>
          </p:nvSpPr>
          <p:spPr>
            <a:xfrm>
              <a:off x="263598" y="297072"/>
              <a:ext cx="1547218" cy="523220"/>
            </a:xfrm>
            <a:prstGeom prst="rect">
              <a:avLst/>
            </a:prstGeom>
            <a:noFill/>
          </p:spPr>
          <p:txBody>
            <a:bodyPr wrap="none" rtlCol="0">
              <a:spAutoFit/>
            </a:bodyPr>
            <a:lstStyle/>
            <a:p>
              <a:r>
                <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rPr>
                <a:t>第一</a:t>
              </a:r>
              <a:r>
                <a:rPr kumimoji="1" lang="en-US" altLang="zh-CN" sz="2800" dirty="0">
                  <a:solidFill>
                    <a:prstClr val="black"/>
                  </a:solidFill>
                  <a:latin typeface="微软雅黑" panose="020B0503020204020204" pitchFamily="34" charset="-122"/>
                  <a:ea typeface="微软雅黑" panose="020B0503020204020204" pitchFamily="34" charset="-122"/>
                  <a:sym typeface="阿里巴巴普惠体"/>
                </a:rPr>
                <a:t>PPT</a:t>
              </a:r>
              <a:endPar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endParaRPr>
            </a:p>
          </p:txBody>
        </p:sp>
        <p:sp>
          <p:nvSpPr>
            <p:cNvPr id="4" name="文本框 3"/>
            <p:cNvSpPr txBox="1"/>
            <p:nvPr/>
          </p:nvSpPr>
          <p:spPr>
            <a:xfrm>
              <a:off x="329937" y="748836"/>
              <a:ext cx="1645920" cy="261610"/>
            </a:xfrm>
            <a:prstGeom prst="rect">
              <a:avLst/>
            </a:prstGeom>
            <a:noFill/>
          </p:spPr>
          <p:txBody>
            <a:bodyPr wrap="square" rtlCol="0">
              <a:spAutoFit/>
            </a:bodyPr>
            <a:lstStyle/>
            <a:p>
              <a:pPr algn="dist"/>
              <a:r>
                <a:rPr kumimoji="1" lang="en-US" altLang="zh-CN" sz="1050" dirty="0">
                  <a:latin typeface="微软雅黑" panose="020B0503020204020204" pitchFamily="34" charset="-122"/>
                  <a:ea typeface="微软雅黑" panose="020B0503020204020204" pitchFamily="34" charset="-122"/>
                </a:rPr>
                <a:t>COMPANY</a:t>
              </a:r>
              <a:r>
                <a:rPr kumimoji="1" lang="zh-CN" altLang="en-US" sz="1050" dirty="0">
                  <a:latin typeface="微软雅黑" panose="020B0503020204020204" pitchFamily="34" charset="-122"/>
                  <a:ea typeface="微软雅黑" panose="020B0503020204020204" pitchFamily="34" charset="-122"/>
                </a:rPr>
                <a:t> </a:t>
              </a:r>
              <a:r>
                <a:rPr kumimoji="1" lang="en-US" altLang="zh-CN" sz="1050" dirty="0">
                  <a:latin typeface="微软雅黑" panose="020B0503020204020204" pitchFamily="34" charset="-122"/>
                  <a:ea typeface="微软雅黑" panose="020B0503020204020204" pitchFamily="34" charset="-122"/>
                </a:rPr>
                <a:t>SLOGAN</a:t>
              </a:r>
            </a:p>
          </p:txBody>
        </p:sp>
        <p:sp>
          <p:nvSpPr>
            <p:cNvPr id="5" name="文本框 4"/>
            <p:cNvSpPr txBox="1"/>
            <p:nvPr/>
          </p:nvSpPr>
          <p:spPr>
            <a:xfrm>
              <a:off x="9286242" y="337712"/>
              <a:ext cx="2562195" cy="260350"/>
            </a:xfrm>
            <a:prstGeom prst="rect">
              <a:avLst/>
            </a:prstGeom>
            <a:noFill/>
          </p:spPr>
          <p:txBody>
            <a:bodyPr wrap="square" rtlCol="0">
              <a:spAutoFit/>
            </a:bodyPr>
            <a:lstStyle/>
            <a:p>
              <a:pPr algn="dist"/>
              <a:endParaRPr kumimoji="1" lang="en-US" altLang="zh-CN" sz="1100" dirty="0">
                <a:latin typeface="微软雅黑" panose="020B0503020204020204" pitchFamily="34" charset="-122"/>
                <a:ea typeface="微软雅黑" panose="020B0503020204020204" pitchFamily="34" charset="-122"/>
              </a:endParaRPr>
            </a:p>
          </p:txBody>
        </p:sp>
      </p:grpSp>
      <p:sp>
        <p:nvSpPr>
          <p:cNvPr id="6" name="文本框 5"/>
          <p:cNvSpPr txBox="1"/>
          <p:nvPr/>
        </p:nvSpPr>
        <p:spPr>
          <a:xfrm>
            <a:off x="3209365" y="6214312"/>
            <a:ext cx="5773270" cy="307777"/>
          </a:xfrm>
          <a:prstGeom prst="rect">
            <a:avLst/>
          </a:prstGeom>
          <a:noFill/>
        </p:spPr>
        <p:txBody>
          <a:bodyPr wrap="square" rtlCol="0">
            <a:spAutoFit/>
          </a:bodyPr>
          <a:lstStyle/>
          <a:p>
            <a:pPr algn="dist"/>
            <a:r>
              <a:rPr kumimoji="1" lang="zh-CN" altLang="en-US" sz="1400" dirty="0">
                <a:solidFill>
                  <a:schemeClr val="bg1"/>
                </a:solidFill>
                <a:latin typeface="思源宋体 CN Heavy" panose="02020900000000000000" pitchFamily="18" charset="-122"/>
                <a:ea typeface="思源宋体 CN Heavy" panose="02020900000000000000" pitchFamily="18" charset="-122"/>
                <a:sym typeface="阿里巴巴普惠体"/>
              </a:rPr>
              <a:t>第一</a:t>
            </a:r>
            <a:r>
              <a:rPr kumimoji="1" lang="en-US" altLang="zh-CN" sz="1400" dirty="0">
                <a:solidFill>
                  <a:schemeClr val="bg1"/>
                </a:solidFill>
                <a:latin typeface="思源宋体 CN Heavy" panose="02020900000000000000" pitchFamily="18" charset="-122"/>
                <a:ea typeface="思源宋体 CN Heavy" panose="02020900000000000000" pitchFamily="18" charset="-122"/>
                <a:sym typeface="阿里巴巴普惠体"/>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商务办公系列</a:t>
            </a:r>
            <a:r>
              <a:rPr kumimoji="1" lang="en-US" altLang="zh-CN" sz="1400" dirty="0">
                <a:solidFill>
                  <a:schemeClr val="bg1"/>
                </a:solidFill>
                <a:latin typeface="思源宋体 CN Heavy" panose="02020900000000000000" pitchFamily="18" charset="-122"/>
                <a:ea typeface="思源宋体 CN Heavy" panose="02020900000000000000" pitchFamily="18" charset="-122"/>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模板</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235638" y="1861128"/>
            <a:ext cx="9576824" cy="3606800"/>
            <a:chOff x="1235638" y="1861128"/>
            <a:chExt cx="9576824" cy="3606800"/>
          </a:xfrm>
        </p:grpSpPr>
        <p:grpSp>
          <p:nvGrpSpPr>
            <p:cNvPr id="13" name="组合 12"/>
            <p:cNvGrpSpPr/>
            <p:nvPr/>
          </p:nvGrpSpPr>
          <p:grpSpPr>
            <a:xfrm>
              <a:off x="1235638" y="1861128"/>
              <a:ext cx="2485735" cy="3606800"/>
              <a:chOff x="1235638" y="1861128"/>
              <a:chExt cx="2485735" cy="3606800"/>
            </a:xfrm>
          </p:grpSpPr>
          <p:grpSp>
            <p:nvGrpSpPr>
              <p:cNvPr id="36" name="组合 35"/>
              <p:cNvGrpSpPr/>
              <p:nvPr/>
            </p:nvGrpSpPr>
            <p:grpSpPr>
              <a:xfrm>
                <a:off x="1235638" y="1861128"/>
                <a:ext cx="2485735" cy="3606800"/>
                <a:chOff x="1579883" y="1968705"/>
                <a:chExt cx="2485735" cy="3606800"/>
              </a:xfrm>
            </p:grpSpPr>
            <p:sp>
              <p:nvSpPr>
                <p:cNvPr id="38" name="Freeform 5"/>
                <p:cNvSpPr/>
                <p:nvPr/>
              </p:nvSpPr>
              <p:spPr bwMode="auto">
                <a:xfrm>
                  <a:off x="1579883" y="1968705"/>
                  <a:ext cx="2485735" cy="3606800"/>
                </a:xfrm>
                <a:custGeom>
                  <a:avLst/>
                  <a:gdLst>
                    <a:gd name="T0" fmla="*/ 791 w 791"/>
                    <a:gd name="T1" fmla="*/ 546 h 1092"/>
                    <a:gd name="T2" fmla="*/ 512 w 791"/>
                    <a:gd name="T3" fmla="*/ 186 h 1092"/>
                    <a:gd name="T4" fmla="*/ 512 w 791"/>
                    <a:gd name="T5" fmla="*/ 0 h 1092"/>
                    <a:gd name="T6" fmla="*/ 0 w 791"/>
                    <a:gd name="T7" fmla="*/ 0 h 1092"/>
                    <a:gd name="T8" fmla="*/ 0 w 791"/>
                    <a:gd name="T9" fmla="*/ 1092 h 1092"/>
                    <a:gd name="T10" fmla="*/ 512 w 791"/>
                    <a:gd name="T11" fmla="*/ 1092 h 1092"/>
                    <a:gd name="T12" fmla="*/ 512 w 791"/>
                    <a:gd name="T13" fmla="*/ 907 h 1092"/>
                    <a:gd name="T14" fmla="*/ 791 w 791"/>
                    <a:gd name="T15" fmla="*/ 546 h 10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1" h="1092">
                      <a:moveTo>
                        <a:pt x="791" y="546"/>
                      </a:moveTo>
                      <a:cubicBezTo>
                        <a:pt x="791" y="373"/>
                        <a:pt x="672" y="227"/>
                        <a:pt x="512" y="186"/>
                      </a:cubicBezTo>
                      <a:cubicBezTo>
                        <a:pt x="512" y="0"/>
                        <a:pt x="512" y="0"/>
                        <a:pt x="512" y="0"/>
                      </a:cubicBezTo>
                      <a:cubicBezTo>
                        <a:pt x="0" y="0"/>
                        <a:pt x="0" y="0"/>
                        <a:pt x="0" y="0"/>
                      </a:cubicBezTo>
                      <a:cubicBezTo>
                        <a:pt x="0" y="1092"/>
                        <a:pt x="0" y="1092"/>
                        <a:pt x="0" y="1092"/>
                      </a:cubicBezTo>
                      <a:cubicBezTo>
                        <a:pt x="512" y="1092"/>
                        <a:pt x="512" y="1092"/>
                        <a:pt x="512" y="1092"/>
                      </a:cubicBezTo>
                      <a:cubicBezTo>
                        <a:pt x="512" y="907"/>
                        <a:pt x="512" y="907"/>
                        <a:pt x="512" y="907"/>
                      </a:cubicBezTo>
                      <a:cubicBezTo>
                        <a:pt x="672" y="865"/>
                        <a:pt x="791" y="720"/>
                        <a:pt x="791" y="546"/>
                      </a:cubicBezTo>
                      <a:close/>
                    </a:path>
                  </a:pathLst>
                </a:custGeom>
                <a:solidFill>
                  <a:srgbClr val="EA7912"/>
                </a:solidFill>
                <a:ln w="12700" cap="flat">
                  <a:noFill/>
                  <a:prstDash val="solid"/>
                  <a:miter lim="800000"/>
                </a:ln>
                <a:effectLst/>
              </p:spPr>
              <p:txBody>
                <a:bodyPr vert="horz" wrap="square" lIns="121920" tIns="60960" rIns="121920" bIns="60960" numCol="1" anchor="t" anchorCtr="0" compatLnSpc="1"/>
                <a:lstStyle/>
                <a:p>
                  <a:endParaRPr lang="zh-CN" altLang="en-US" sz="2400"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9" name="椭圆 38"/>
                <p:cNvSpPr/>
                <p:nvPr/>
              </p:nvSpPr>
              <p:spPr>
                <a:xfrm>
                  <a:off x="3013815" y="3411472"/>
                  <a:ext cx="680361" cy="716071"/>
                </a:xfrm>
                <a:prstGeom prst="ellipse">
                  <a:avLst/>
                </a:prstGeom>
                <a:solidFill>
                  <a:srgbClr val="56A4D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zh-CN" sz="20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阿里巴巴普惠体" panose="00020600040101010101" charset="-122"/>
                      <a:sym typeface="阿里巴巴普惠体"/>
                    </a:rPr>
                    <a:t>01</a:t>
                  </a:r>
                </a:p>
              </p:txBody>
            </p:sp>
          </p:grpSp>
          <p:sp>
            <p:nvSpPr>
              <p:cNvPr id="37" name="文本框 36"/>
              <p:cNvSpPr txBox="1"/>
              <p:nvPr/>
            </p:nvSpPr>
            <p:spPr>
              <a:xfrm flipH="1">
                <a:off x="1487668" y="2800155"/>
                <a:ext cx="924070" cy="1723549"/>
              </a:xfrm>
              <a:prstGeom prst="rect">
                <a:avLst/>
              </a:prstGeom>
              <a:noFill/>
            </p:spPr>
            <p:txBody>
              <a:bodyPr wrap="square" lIns="0" tIns="0" rIns="0" bIns="0" rtlCol="0" anchor="t">
                <a:spAutoFit/>
              </a:bodyPr>
              <a:lstStyle/>
              <a:p>
                <a:pPr algn="ctr"/>
                <a:r>
                  <a:rPr lang="zh-CN" altLang="en-US" sz="28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a:t>
                </a:r>
                <a:endParaRPr lang="en-US" altLang="zh-CN" sz="28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a:p>
                <a:pPr algn="ctr"/>
                <a:r>
                  <a:rPr lang="zh-CN" altLang="en-US" sz="28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题</a:t>
                </a:r>
                <a:endParaRPr lang="en-US" altLang="zh-CN" sz="28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a:p>
                <a:pPr algn="ctr"/>
                <a:r>
                  <a:rPr lang="zh-CN" altLang="en-US" sz="28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文</a:t>
                </a:r>
                <a:endParaRPr lang="en-US" altLang="zh-CN" sz="28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a:p>
                <a:pPr algn="ctr"/>
                <a:r>
                  <a:rPr lang="zh-CN" altLang="en-US" sz="28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字</a:t>
                </a:r>
              </a:p>
            </p:txBody>
          </p:sp>
        </p:grpSp>
        <p:grpSp>
          <p:nvGrpSpPr>
            <p:cNvPr id="15" name="组合 14"/>
            <p:cNvGrpSpPr/>
            <p:nvPr/>
          </p:nvGrpSpPr>
          <p:grpSpPr>
            <a:xfrm>
              <a:off x="4227420" y="2031577"/>
              <a:ext cx="2813142" cy="1404640"/>
              <a:chOff x="4341720" y="2031577"/>
              <a:chExt cx="2813142" cy="1404640"/>
            </a:xfrm>
          </p:grpSpPr>
          <p:sp>
            <p:nvSpPr>
              <p:cNvPr id="34" name="矩形 3"/>
              <p:cNvSpPr>
                <a:spLocks noChangeArrowheads="1"/>
              </p:cNvSpPr>
              <p:nvPr/>
            </p:nvSpPr>
            <p:spPr bwMode="auto">
              <a:xfrm>
                <a:off x="4341720" y="2031577"/>
                <a:ext cx="10259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defTabSz="457200">
                  <a:spcBef>
                    <a:spcPct val="0"/>
                  </a:spcBef>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35" name="文本框 34"/>
              <p:cNvSpPr txBox="1"/>
              <p:nvPr/>
            </p:nvSpPr>
            <p:spPr>
              <a:xfrm>
                <a:off x="4351338" y="2496921"/>
                <a:ext cx="2803524" cy="939296"/>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请在此处添加具体内容，文字尽量言简意赅，简单说明即可，不必过于繁琐，注意版面美观度。</a:t>
                </a:r>
              </a:p>
            </p:txBody>
          </p:sp>
        </p:grpSp>
        <p:grpSp>
          <p:nvGrpSpPr>
            <p:cNvPr id="5" name="组合 4"/>
            <p:cNvGrpSpPr/>
            <p:nvPr/>
          </p:nvGrpSpPr>
          <p:grpSpPr>
            <a:xfrm>
              <a:off x="4227420" y="4012777"/>
              <a:ext cx="2813142" cy="1404640"/>
              <a:chOff x="4341720" y="2031577"/>
              <a:chExt cx="2813142" cy="1404640"/>
            </a:xfrm>
          </p:grpSpPr>
          <p:sp>
            <p:nvSpPr>
              <p:cNvPr id="29" name="矩形 3"/>
              <p:cNvSpPr>
                <a:spLocks noChangeArrowheads="1"/>
              </p:cNvSpPr>
              <p:nvPr/>
            </p:nvSpPr>
            <p:spPr bwMode="auto">
              <a:xfrm>
                <a:off x="4341720" y="2031577"/>
                <a:ext cx="10259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defTabSz="457200">
                  <a:spcBef>
                    <a:spcPct val="0"/>
                  </a:spcBef>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33" name="文本框 32"/>
              <p:cNvSpPr txBox="1"/>
              <p:nvPr/>
            </p:nvSpPr>
            <p:spPr>
              <a:xfrm>
                <a:off x="4351338" y="2496921"/>
                <a:ext cx="2803524" cy="939296"/>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请在此处添加具体内容，文字尽量言简意赅，简单说明即可，不必过于繁琐，注意版面美观度。</a:t>
                </a:r>
              </a:p>
            </p:txBody>
          </p:sp>
        </p:grpSp>
        <p:grpSp>
          <p:nvGrpSpPr>
            <p:cNvPr id="14" name="组合 13"/>
            <p:cNvGrpSpPr/>
            <p:nvPr/>
          </p:nvGrpSpPr>
          <p:grpSpPr>
            <a:xfrm>
              <a:off x="7999320" y="2031577"/>
              <a:ext cx="2813142" cy="1404640"/>
              <a:chOff x="4341720" y="2031577"/>
              <a:chExt cx="2813142" cy="1404640"/>
            </a:xfrm>
          </p:grpSpPr>
          <p:sp>
            <p:nvSpPr>
              <p:cNvPr id="19" name="矩形 3"/>
              <p:cNvSpPr>
                <a:spLocks noChangeArrowheads="1"/>
              </p:cNvSpPr>
              <p:nvPr/>
            </p:nvSpPr>
            <p:spPr bwMode="auto">
              <a:xfrm>
                <a:off x="4341720" y="2031577"/>
                <a:ext cx="10259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defTabSz="457200">
                  <a:spcBef>
                    <a:spcPct val="0"/>
                  </a:spcBef>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20" name="文本框 19"/>
              <p:cNvSpPr txBox="1"/>
              <p:nvPr/>
            </p:nvSpPr>
            <p:spPr>
              <a:xfrm>
                <a:off x="4351338" y="2496921"/>
                <a:ext cx="2803524" cy="939296"/>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请在此处添加具体内容，文字尽量言简意赅，简单说明即可，不必过于繁琐，注意版面美观度。</a:t>
                </a:r>
              </a:p>
            </p:txBody>
          </p:sp>
        </p:grpSp>
        <p:grpSp>
          <p:nvGrpSpPr>
            <p:cNvPr id="16" name="组合 15"/>
            <p:cNvGrpSpPr/>
            <p:nvPr/>
          </p:nvGrpSpPr>
          <p:grpSpPr>
            <a:xfrm>
              <a:off x="7999320" y="4012777"/>
              <a:ext cx="2813142" cy="1404640"/>
              <a:chOff x="4341720" y="2031577"/>
              <a:chExt cx="2813142" cy="1404640"/>
            </a:xfrm>
          </p:grpSpPr>
          <p:sp>
            <p:nvSpPr>
              <p:cNvPr id="17" name="矩形 3"/>
              <p:cNvSpPr>
                <a:spLocks noChangeArrowheads="1"/>
              </p:cNvSpPr>
              <p:nvPr/>
            </p:nvSpPr>
            <p:spPr bwMode="auto">
              <a:xfrm>
                <a:off x="4341720" y="2031577"/>
                <a:ext cx="10259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defTabSz="457200">
                  <a:spcBef>
                    <a:spcPct val="0"/>
                  </a:spcBef>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标题文字</a:t>
                </a:r>
              </a:p>
            </p:txBody>
          </p:sp>
          <p:sp>
            <p:nvSpPr>
              <p:cNvPr id="18" name="文本框 17"/>
              <p:cNvSpPr txBox="1"/>
              <p:nvPr/>
            </p:nvSpPr>
            <p:spPr>
              <a:xfrm>
                <a:off x="4351338" y="2496921"/>
                <a:ext cx="2803524" cy="939296"/>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请在此处添加具体内容，文字尽量言简意赅，简单说明即可，不必过于繁琐，注意版面美观度。</a:t>
                </a:r>
              </a:p>
            </p:txBody>
          </p:sp>
        </p:grpSp>
      </p:grpSp>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dur="5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866140" y="2030897"/>
            <a:ext cx="10460355" cy="3394710"/>
            <a:chOff x="866140" y="1862455"/>
            <a:chExt cx="10460355" cy="3394710"/>
          </a:xfrm>
        </p:grpSpPr>
        <p:grpSp>
          <p:nvGrpSpPr>
            <p:cNvPr id="20" name="图形"/>
            <p:cNvGrpSpPr/>
            <p:nvPr/>
          </p:nvGrpSpPr>
          <p:grpSpPr>
            <a:xfrm>
              <a:off x="866140" y="1862455"/>
              <a:ext cx="10460355" cy="3394710"/>
              <a:chOff x="1364" y="2933"/>
              <a:chExt cx="16473" cy="5346"/>
            </a:xfrm>
          </p:grpSpPr>
          <p:grpSp>
            <p:nvGrpSpPr>
              <p:cNvPr id="21" name="图形"/>
              <p:cNvGrpSpPr/>
              <p:nvPr/>
            </p:nvGrpSpPr>
            <p:grpSpPr>
              <a:xfrm>
                <a:off x="1364" y="2933"/>
                <a:ext cx="16473" cy="5346"/>
                <a:chOff x="1200" y="2598"/>
                <a:chExt cx="12240" cy="3972"/>
              </a:xfrm>
            </p:grpSpPr>
            <p:sp>
              <p:nvSpPr>
                <p:cNvPr id="22" name="图形"/>
                <p:cNvSpPr>
                  <a:spLocks noChangeAspect="1"/>
                </p:cNvSpPr>
                <p:nvPr>
                  <p:custDataLst>
                    <p:tags r:id="rId14"/>
                  </p:custDataLst>
                </p:nvPr>
              </p:nvSpPr>
              <p:spPr>
                <a:xfrm>
                  <a:off x="2040" y="4132"/>
                  <a:ext cx="2438" cy="2438"/>
                </a:xfrm>
                <a:prstGeom prst="ellipse">
                  <a:avLst/>
                </a:prstGeom>
                <a:solidFill>
                  <a:srgbClr val="56A4D3"/>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3" name="图形"/>
                <p:cNvSpPr>
                  <a:spLocks noChangeAspect="1"/>
                </p:cNvSpPr>
                <p:nvPr>
                  <p:custDataLst>
                    <p:tags r:id="rId15"/>
                  </p:custDataLst>
                </p:nvPr>
              </p:nvSpPr>
              <p:spPr>
                <a:xfrm>
                  <a:off x="5822" y="4132"/>
                  <a:ext cx="2438" cy="2438"/>
                </a:xfrm>
                <a:prstGeom prst="ellipse">
                  <a:avLst/>
                </a:prstGeom>
                <a:solidFill>
                  <a:srgbClr val="EA791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FFFFFF"/>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24" name="图形"/>
                <p:cNvSpPr>
                  <a:spLocks noChangeAspect="1"/>
                </p:cNvSpPr>
                <p:nvPr>
                  <p:custDataLst>
                    <p:tags r:id="rId16"/>
                  </p:custDataLst>
                </p:nvPr>
              </p:nvSpPr>
              <p:spPr>
                <a:xfrm>
                  <a:off x="9566" y="4132"/>
                  <a:ext cx="2438" cy="2438"/>
                </a:xfrm>
                <a:prstGeom prst="ellipse">
                  <a:avLst/>
                </a:prstGeom>
                <a:solidFill>
                  <a:srgbClr val="56A4D3"/>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FFFFFF"/>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cxnSp>
              <p:nvCxnSpPr>
                <p:cNvPr id="25" name="图形"/>
                <p:cNvCxnSpPr/>
                <p:nvPr>
                  <p:custDataLst>
                    <p:tags r:id="rId17"/>
                  </p:custDataLst>
                </p:nvPr>
              </p:nvCxnSpPr>
              <p:spPr>
                <a:xfrm>
                  <a:off x="4697" y="5370"/>
                  <a:ext cx="1030" cy="0"/>
                </a:xfrm>
                <a:prstGeom prst="straightConnector1">
                  <a:avLst/>
                </a:prstGeom>
                <a:ln w="9525" cmpd="sng">
                  <a:solidFill>
                    <a:srgbClr val="424C53"/>
                  </a:solidFill>
                  <a:prstDash val="solid"/>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6" name="图形"/>
                <p:cNvCxnSpPr/>
                <p:nvPr>
                  <p:custDataLst>
                    <p:tags r:id="rId18"/>
                  </p:custDataLst>
                </p:nvPr>
              </p:nvCxnSpPr>
              <p:spPr>
                <a:xfrm>
                  <a:off x="8434" y="5370"/>
                  <a:ext cx="1020" cy="0"/>
                </a:xfrm>
                <a:prstGeom prst="straightConnector1">
                  <a:avLst/>
                </a:prstGeom>
                <a:ln w="9525" cmpd="sng">
                  <a:solidFill>
                    <a:srgbClr val="424C53"/>
                  </a:solidFill>
                  <a:prstDash val="solid"/>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7" name="图形"/>
                <p:cNvSpPr>
                  <a:spLocks noChangeAspect="1"/>
                </p:cNvSpPr>
                <p:nvPr>
                  <p:custDataLst>
                    <p:tags r:id="rId19"/>
                  </p:custDataLst>
                </p:nvPr>
              </p:nvSpPr>
              <p:spPr>
                <a:xfrm>
                  <a:off x="7920" y="4890"/>
                  <a:ext cx="840" cy="840"/>
                </a:xfrm>
                <a:prstGeom prst="ellipse">
                  <a:avLst/>
                </a:prstGeom>
                <a:solidFill>
                  <a:schemeClr val="bg1"/>
                </a:solidFill>
                <a:ln w="38100">
                  <a:noFill/>
                </a:ln>
                <a:effectLst>
                  <a:outerShdw blurRad="825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2"/>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39" name="图形"/>
                <p:cNvSpPr>
                  <a:spLocks noChangeAspect="1"/>
                </p:cNvSpPr>
                <p:nvPr>
                  <p:custDataLst>
                    <p:tags r:id="rId20"/>
                  </p:custDataLst>
                </p:nvPr>
              </p:nvSpPr>
              <p:spPr>
                <a:xfrm>
                  <a:off x="11760" y="4890"/>
                  <a:ext cx="840" cy="840"/>
                </a:xfrm>
                <a:prstGeom prst="ellipse">
                  <a:avLst/>
                </a:prstGeom>
                <a:solidFill>
                  <a:schemeClr val="bg1"/>
                </a:solidFill>
                <a:ln w="38100">
                  <a:noFill/>
                </a:ln>
                <a:effectLst>
                  <a:outerShdw blurRad="825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2"/>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0" name="图形"/>
                <p:cNvSpPr>
                  <a:spLocks noChangeAspect="1"/>
                </p:cNvSpPr>
                <p:nvPr>
                  <p:custDataLst>
                    <p:tags r:id="rId21"/>
                  </p:custDataLst>
                </p:nvPr>
              </p:nvSpPr>
              <p:spPr>
                <a:xfrm>
                  <a:off x="4080" y="4890"/>
                  <a:ext cx="840" cy="840"/>
                </a:xfrm>
                <a:prstGeom prst="ellipse">
                  <a:avLst/>
                </a:prstGeom>
                <a:solidFill>
                  <a:schemeClr val="bg1"/>
                </a:solidFill>
                <a:ln w="38100">
                  <a:noFill/>
                </a:ln>
                <a:effectLst>
                  <a:outerShdw blurRad="825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2"/>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2" name="图形"/>
                <p:cNvSpPr txBox="1"/>
                <p:nvPr>
                  <p:custDataLst>
                    <p:tags r:id="rId22"/>
                  </p:custDataLst>
                </p:nvPr>
              </p:nvSpPr>
              <p:spPr>
                <a:xfrm>
                  <a:off x="1200" y="2598"/>
                  <a:ext cx="12240" cy="84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Bef>
                      <a:spcPct val="0"/>
                    </a:spcBef>
                    <a:buNone/>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请在此添加您的文本，文字数量简洁明了即可，不需太过冗长，请在此添加您的文本，请在此添加您的文本，文字数量简洁明了即可</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grpSp>
          <p:sp>
            <p:nvSpPr>
              <p:cNvPr id="75" name="图形"/>
              <p:cNvSpPr/>
              <p:nvPr>
                <p:custDataLst>
                  <p:tags r:id="rId5"/>
                </p:custDataLst>
              </p:nvPr>
            </p:nvSpPr>
            <p:spPr>
              <a:xfrm>
                <a:off x="8880" y="5697"/>
                <a:ext cx="735" cy="687"/>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78" name="图形"/>
              <p:cNvSpPr/>
              <p:nvPr>
                <p:custDataLst>
                  <p:tags r:id="rId6"/>
                </p:custDataLst>
              </p:nvPr>
            </p:nvSpPr>
            <p:spPr>
              <a:xfrm>
                <a:off x="13992" y="5509"/>
                <a:ext cx="598" cy="626"/>
              </a:xfrm>
              <a:custGeom>
                <a:avLst/>
                <a:gdLst>
                  <a:gd name="connsiteX0" fmla="*/ 150073 w 315913"/>
                  <a:gd name="connsiteY0" fmla="*/ 184150 h 330200"/>
                  <a:gd name="connsiteX1" fmla="*/ 140442 w 315913"/>
                  <a:gd name="connsiteY1" fmla="*/ 188020 h 330200"/>
                  <a:gd name="connsiteX2" fmla="*/ 137690 w 315913"/>
                  <a:gd name="connsiteY2" fmla="*/ 190599 h 330200"/>
                  <a:gd name="connsiteX3" fmla="*/ 137690 w 315913"/>
                  <a:gd name="connsiteY3" fmla="*/ 199628 h 330200"/>
                  <a:gd name="connsiteX4" fmla="*/ 136314 w 315913"/>
                  <a:gd name="connsiteY4" fmla="*/ 200918 h 330200"/>
                  <a:gd name="connsiteX5" fmla="*/ 134938 w 315913"/>
                  <a:gd name="connsiteY5" fmla="*/ 203498 h 330200"/>
                  <a:gd name="connsiteX6" fmla="*/ 137690 w 315913"/>
                  <a:gd name="connsiteY6" fmla="*/ 221556 h 330200"/>
                  <a:gd name="connsiteX7" fmla="*/ 140442 w 315913"/>
                  <a:gd name="connsiteY7" fmla="*/ 225425 h 330200"/>
                  <a:gd name="connsiteX8" fmla="*/ 144569 w 315913"/>
                  <a:gd name="connsiteY8" fmla="*/ 224135 h 330200"/>
                  <a:gd name="connsiteX9" fmla="*/ 154200 w 315913"/>
                  <a:gd name="connsiteY9" fmla="*/ 211237 h 330200"/>
                  <a:gd name="connsiteX10" fmla="*/ 155576 w 315913"/>
                  <a:gd name="connsiteY10" fmla="*/ 208657 h 330200"/>
                  <a:gd name="connsiteX11" fmla="*/ 155576 w 315913"/>
                  <a:gd name="connsiteY11" fmla="*/ 188020 h 330200"/>
                  <a:gd name="connsiteX12" fmla="*/ 152824 w 315913"/>
                  <a:gd name="connsiteY12" fmla="*/ 185440 h 330200"/>
                  <a:gd name="connsiteX13" fmla="*/ 150073 w 315913"/>
                  <a:gd name="connsiteY13" fmla="*/ 184150 h 330200"/>
                  <a:gd name="connsiteX14" fmla="*/ 105456 w 315913"/>
                  <a:gd name="connsiteY14" fmla="*/ 184150 h 330200"/>
                  <a:gd name="connsiteX15" fmla="*/ 101374 w 315913"/>
                  <a:gd name="connsiteY15" fmla="*/ 185440 h 330200"/>
                  <a:gd name="connsiteX16" fmla="*/ 100013 w 315913"/>
                  <a:gd name="connsiteY16" fmla="*/ 188020 h 330200"/>
                  <a:gd name="connsiteX17" fmla="*/ 100013 w 315913"/>
                  <a:gd name="connsiteY17" fmla="*/ 208657 h 330200"/>
                  <a:gd name="connsiteX18" fmla="*/ 100013 w 315913"/>
                  <a:gd name="connsiteY18" fmla="*/ 211237 h 330200"/>
                  <a:gd name="connsiteX19" fmla="*/ 110899 w 315913"/>
                  <a:gd name="connsiteY19" fmla="*/ 224135 h 330200"/>
                  <a:gd name="connsiteX20" fmla="*/ 113620 w 315913"/>
                  <a:gd name="connsiteY20" fmla="*/ 225425 h 330200"/>
                  <a:gd name="connsiteX21" fmla="*/ 114981 w 315913"/>
                  <a:gd name="connsiteY21" fmla="*/ 225425 h 330200"/>
                  <a:gd name="connsiteX22" fmla="*/ 117702 w 315913"/>
                  <a:gd name="connsiteY22" fmla="*/ 221556 h 330200"/>
                  <a:gd name="connsiteX23" fmla="*/ 119063 w 315913"/>
                  <a:gd name="connsiteY23" fmla="*/ 203498 h 330200"/>
                  <a:gd name="connsiteX24" fmla="*/ 117702 w 315913"/>
                  <a:gd name="connsiteY24" fmla="*/ 200918 h 330200"/>
                  <a:gd name="connsiteX25" fmla="*/ 116342 w 315913"/>
                  <a:gd name="connsiteY25" fmla="*/ 199628 h 330200"/>
                  <a:gd name="connsiteX26" fmla="*/ 116342 w 315913"/>
                  <a:gd name="connsiteY26" fmla="*/ 190599 h 330200"/>
                  <a:gd name="connsiteX27" fmla="*/ 113620 w 315913"/>
                  <a:gd name="connsiteY27" fmla="*/ 188020 h 330200"/>
                  <a:gd name="connsiteX28" fmla="*/ 105456 w 315913"/>
                  <a:gd name="connsiteY28" fmla="*/ 184150 h 330200"/>
                  <a:gd name="connsiteX29" fmla="*/ 110782 w 315913"/>
                  <a:gd name="connsiteY29" fmla="*/ 92075 h 330200"/>
                  <a:gd name="connsiteX30" fmla="*/ 85918 w 315913"/>
                  <a:gd name="connsiteY30" fmla="*/ 98451 h 330200"/>
                  <a:gd name="connsiteX31" fmla="*/ 84610 w 315913"/>
                  <a:gd name="connsiteY31" fmla="*/ 101002 h 330200"/>
                  <a:gd name="connsiteX32" fmla="*/ 84610 w 315913"/>
                  <a:gd name="connsiteY32" fmla="*/ 107378 h 330200"/>
                  <a:gd name="connsiteX33" fmla="*/ 81992 w 315913"/>
                  <a:gd name="connsiteY33" fmla="*/ 107378 h 330200"/>
                  <a:gd name="connsiteX34" fmla="*/ 79375 w 315913"/>
                  <a:gd name="connsiteY34" fmla="*/ 111203 h 330200"/>
                  <a:gd name="connsiteX35" fmla="*/ 79375 w 315913"/>
                  <a:gd name="connsiteY35" fmla="*/ 116304 h 330200"/>
                  <a:gd name="connsiteX36" fmla="*/ 80684 w 315913"/>
                  <a:gd name="connsiteY36" fmla="*/ 120130 h 330200"/>
                  <a:gd name="connsiteX37" fmla="*/ 84610 w 315913"/>
                  <a:gd name="connsiteY37" fmla="*/ 121405 h 330200"/>
                  <a:gd name="connsiteX38" fmla="*/ 84610 w 315913"/>
                  <a:gd name="connsiteY38" fmla="*/ 122680 h 330200"/>
                  <a:gd name="connsiteX39" fmla="*/ 96387 w 315913"/>
                  <a:gd name="connsiteY39" fmla="*/ 152010 h 330200"/>
                  <a:gd name="connsiteX40" fmla="*/ 117325 w 315913"/>
                  <a:gd name="connsiteY40" fmla="*/ 169863 h 330200"/>
                  <a:gd name="connsiteX41" fmla="*/ 136954 w 315913"/>
                  <a:gd name="connsiteY41" fmla="*/ 169863 h 330200"/>
                  <a:gd name="connsiteX42" fmla="*/ 157892 w 315913"/>
                  <a:gd name="connsiteY42" fmla="*/ 152010 h 330200"/>
                  <a:gd name="connsiteX43" fmla="*/ 170979 w 315913"/>
                  <a:gd name="connsiteY43" fmla="*/ 122680 h 330200"/>
                  <a:gd name="connsiteX44" fmla="*/ 170979 w 315913"/>
                  <a:gd name="connsiteY44" fmla="*/ 121405 h 330200"/>
                  <a:gd name="connsiteX45" fmla="*/ 173596 w 315913"/>
                  <a:gd name="connsiteY45" fmla="*/ 120130 h 330200"/>
                  <a:gd name="connsiteX46" fmla="*/ 176213 w 315913"/>
                  <a:gd name="connsiteY46" fmla="*/ 116304 h 330200"/>
                  <a:gd name="connsiteX47" fmla="*/ 176213 w 315913"/>
                  <a:gd name="connsiteY47" fmla="*/ 111203 h 330200"/>
                  <a:gd name="connsiteX48" fmla="*/ 172287 w 315913"/>
                  <a:gd name="connsiteY48" fmla="*/ 107378 h 330200"/>
                  <a:gd name="connsiteX49" fmla="*/ 169670 w 315913"/>
                  <a:gd name="connsiteY49" fmla="*/ 107378 h 330200"/>
                  <a:gd name="connsiteX50" fmla="*/ 169670 w 315913"/>
                  <a:gd name="connsiteY50" fmla="*/ 106102 h 330200"/>
                  <a:gd name="connsiteX51" fmla="*/ 165744 w 315913"/>
                  <a:gd name="connsiteY51" fmla="*/ 106102 h 330200"/>
                  <a:gd name="connsiteX52" fmla="*/ 151349 w 315913"/>
                  <a:gd name="connsiteY52" fmla="*/ 108653 h 330200"/>
                  <a:gd name="connsiteX53" fmla="*/ 130411 w 315913"/>
                  <a:gd name="connsiteY53" fmla="*/ 99726 h 330200"/>
                  <a:gd name="connsiteX54" fmla="*/ 110782 w 315913"/>
                  <a:gd name="connsiteY54" fmla="*/ 92075 h 330200"/>
                  <a:gd name="connsiteX55" fmla="*/ 233216 w 315913"/>
                  <a:gd name="connsiteY55" fmla="*/ 38100 h 330200"/>
                  <a:gd name="connsiteX56" fmla="*/ 239677 w 315913"/>
                  <a:gd name="connsiteY56" fmla="*/ 45893 h 330200"/>
                  <a:gd name="connsiteX57" fmla="*/ 239677 w 315913"/>
                  <a:gd name="connsiteY57" fmla="*/ 53686 h 330200"/>
                  <a:gd name="connsiteX58" fmla="*/ 253890 w 315913"/>
                  <a:gd name="connsiteY58" fmla="*/ 60181 h 330200"/>
                  <a:gd name="connsiteX59" fmla="*/ 255182 w 315913"/>
                  <a:gd name="connsiteY59" fmla="*/ 66675 h 330200"/>
                  <a:gd name="connsiteX60" fmla="*/ 250014 w 315913"/>
                  <a:gd name="connsiteY60" fmla="*/ 71870 h 330200"/>
                  <a:gd name="connsiteX61" fmla="*/ 247429 w 315913"/>
                  <a:gd name="connsiteY61" fmla="*/ 73169 h 330200"/>
                  <a:gd name="connsiteX62" fmla="*/ 239677 w 315913"/>
                  <a:gd name="connsiteY62" fmla="*/ 70572 h 330200"/>
                  <a:gd name="connsiteX63" fmla="*/ 231924 w 315913"/>
                  <a:gd name="connsiteY63" fmla="*/ 67974 h 330200"/>
                  <a:gd name="connsiteX64" fmla="*/ 225463 w 315913"/>
                  <a:gd name="connsiteY64" fmla="*/ 71870 h 330200"/>
                  <a:gd name="connsiteX65" fmla="*/ 226755 w 315913"/>
                  <a:gd name="connsiteY65" fmla="*/ 74468 h 330200"/>
                  <a:gd name="connsiteX66" fmla="*/ 233216 w 315913"/>
                  <a:gd name="connsiteY66" fmla="*/ 75767 h 330200"/>
                  <a:gd name="connsiteX67" fmla="*/ 248722 w 315913"/>
                  <a:gd name="connsiteY67" fmla="*/ 80963 h 330200"/>
                  <a:gd name="connsiteX68" fmla="*/ 257767 w 315913"/>
                  <a:gd name="connsiteY68" fmla="*/ 87457 h 330200"/>
                  <a:gd name="connsiteX69" fmla="*/ 260351 w 315913"/>
                  <a:gd name="connsiteY69" fmla="*/ 99147 h 330200"/>
                  <a:gd name="connsiteX70" fmla="*/ 253890 w 315913"/>
                  <a:gd name="connsiteY70" fmla="*/ 113435 h 330200"/>
                  <a:gd name="connsiteX71" fmla="*/ 239677 w 315913"/>
                  <a:gd name="connsiteY71" fmla="*/ 119929 h 330200"/>
                  <a:gd name="connsiteX72" fmla="*/ 239677 w 315913"/>
                  <a:gd name="connsiteY72" fmla="*/ 131619 h 330200"/>
                  <a:gd name="connsiteX73" fmla="*/ 233216 w 315913"/>
                  <a:gd name="connsiteY73" fmla="*/ 138113 h 330200"/>
                  <a:gd name="connsiteX74" fmla="*/ 225463 w 315913"/>
                  <a:gd name="connsiteY74" fmla="*/ 131619 h 330200"/>
                  <a:gd name="connsiteX75" fmla="*/ 225463 w 315913"/>
                  <a:gd name="connsiteY75" fmla="*/ 121228 h 330200"/>
                  <a:gd name="connsiteX76" fmla="*/ 206080 w 315913"/>
                  <a:gd name="connsiteY76" fmla="*/ 109538 h 330200"/>
                  <a:gd name="connsiteX77" fmla="*/ 206080 w 315913"/>
                  <a:gd name="connsiteY77" fmla="*/ 103044 h 330200"/>
                  <a:gd name="connsiteX78" fmla="*/ 211249 w 315913"/>
                  <a:gd name="connsiteY78" fmla="*/ 99147 h 330200"/>
                  <a:gd name="connsiteX79" fmla="*/ 216418 w 315913"/>
                  <a:gd name="connsiteY79" fmla="*/ 97848 h 330200"/>
                  <a:gd name="connsiteX80" fmla="*/ 222878 w 315913"/>
                  <a:gd name="connsiteY80" fmla="*/ 100446 h 330200"/>
                  <a:gd name="connsiteX81" fmla="*/ 233216 w 315913"/>
                  <a:gd name="connsiteY81" fmla="*/ 105641 h 330200"/>
                  <a:gd name="connsiteX82" fmla="*/ 239677 w 315913"/>
                  <a:gd name="connsiteY82" fmla="*/ 101745 h 330200"/>
                  <a:gd name="connsiteX83" fmla="*/ 238384 w 315913"/>
                  <a:gd name="connsiteY83" fmla="*/ 97848 h 330200"/>
                  <a:gd name="connsiteX84" fmla="*/ 231924 w 315913"/>
                  <a:gd name="connsiteY84" fmla="*/ 96549 h 330200"/>
                  <a:gd name="connsiteX85" fmla="*/ 211249 w 315913"/>
                  <a:gd name="connsiteY85" fmla="*/ 87457 h 330200"/>
                  <a:gd name="connsiteX86" fmla="*/ 206080 w 315913"/>
                  <a:gd name="connsiteY86" fmla="*/ 74468 h 330200"/>
                  <a:gd name="connsiteX87" fmla="*/ 211249 w 315913"/>
                  <a:gd name="connsiteY87" fmla="*/ 60181 h 330200"/>
                  <a:gd name="connsiteX88" fmla="*/ 225463 w 315913"/>
                  <a:gd name="connsiteY88" fmla="*/ 53686 h 330200"/>
                  <a:gd name="connsiteX89" fmla="*/ 225463 w 315913"/>
                  <a:gd name="connsiteY89" fmla="*/ 45893 h 330200"/>
                  <a:gd name="connsiteX90" fmla="*/ 233216 w 315913"/>
                  <a:gd name="connsiteY90" fmla="*/ 38100 h 330200"/>
                  <a:gd name="connsiteX91" fmla="*/ 117793 w 315913"/>
                  <a:gd name="connsiteY91" fmla="*/ 25400 h 330200"/>
                  <a:gd name="connsiteX92" fmla="*/ 135915 w 315913"/>
                  <a:gd name="connsiteY92" fmla="*/ 25400 h 330200"/>
                  <a:gd name="connsiteX93" fmla="*/ 190281 w 315913"/>
                  <a:gd name="connsiteY93" fmla="*/ 79875 h 330200"/>
                  <a:gd name="connsiteX94" fmla="*/ 190281 w 315913"/>
                  <a:gd name="connsiteY94" fmla="*/ 96736 h 330200"/>
                  <a:gd name="connsiteX95" fmla="*/ 192870 w 315913"/>
                  <a:gd name="connsiteY95" fmla="*/ 107112 h 330200"/>
                  <a:gd name="connsiteX96" fmla="*/ 192870 w 315913"/>
                  <a:gd name="connsiteY96" fmla="*/ 118786 h 330200"/>
                  <a:gd name="connsiteX97" fmla="*/ 186397 w 315913"/>
                  <a:gd name="connsiteY97" fmla="*/ 131756 h 330200"/>
                  <a:gd name="connsiteX98" fmla="*/ 183809 w 315913"/>
                  <a:gd name="connsiteY98" fmla="*/ 140835 h 330200"/>
                  <a:gd name="connsiteX99" fmla="*/ 172159 w 315913"/>
                  <a:gd name="connsiteY99" fmla="*/ 162884 h 330200"/>
                  <a:gd name="connsiteX100" fmla="*/ 163098 w 315913"/>
                  <a:gd name="connsiteY100" fmla="*/ 173261 h 330200"/>
                  <a:gd name="connsiteX101" fmla="*/ 169570 w 315913"/>
                  <a:gd name="connsiteY101" fmla="*/ 181043 h 330200"/>
                  <a:gd name="connsiteX102" fmla="*/ 208403 w 315913"/>
                  <a:gd name="connsiteY102" fmla="*/ 192716 h 330200"/>
                  <a:gd name="connsiteX103" fmla="*/ 252413 w 315913"/>
                  <a:gd name="connsiteY103" fmla="*/ 319824 h 330200"/>
                  <a:gd name="connsiteX104" fmla="*/ 242058 w 315913"/>
                  <a:gd name="connsiteY104" fmla="*/ 330200 h 330200"/>
                  <a:gd name="connsiteX105" fmla="*/ 10355 w 315913"/>
                  <a:gd name="connsiteY105" fmla="*/ 330200 h 330200"/>
                  <a:gd name="connsiteX106" fmla="*/ 0 w 315913"/>
                  <a:gd name="connsiteY106" fmla="*/ 319824 h 330200"/>
                  <a:gd name="connsiteX107" fmla="*/ 1294 w 315913"/>
                  <a:gd name="connsiteY107" fmla="*/ 318527 h 330200"/>
                  <a:gd name="connsiteX108" fmla="*/ 44010 w 315913"/>
                  <a:gd name="connsiteY108" fmla="*/ 192716 h 330200"/>
                  <a:gd name="connsiteX109" fmla="*/ 82843 w 315913"/>
                  <a:gd name="connsiteY109" fmla="*/ 181043 h 330200"/>
                  <a:gd name="connsiteX110" fmla="*/ 89315 w 315913"/>
                  <a:gd name="connsiteY110" fmla="*/ 173261 h 330200"/>
                  <a:gd name="connsiteX111" fmla="*/ 81549 w 315913"/>
                  <a:gd name="connsiteY111" fmla="*/ 162884 h 330200"/>
                  <a:gd name="connsiteX112" fmla="*/ 69899 w 315913"/>
                  <a:gd name="connsiteY112" fmla="*/ 140835 h 330200"/>
                  <a:gd name="connsiteX113" fmla="*/ 66016 w 315913"/>
                  <a:gd name="connsiteY113" fmla="*/ 131756 h 330200"/>
                  <a:gd name="connsiteX114" fmla="*/ 59543 w 315913"/>
                  <a:gd name="connsiteY114" fmla="*/ 118786 h 330200"/>
                  <a:gd name="connsiteX115" fmla="*/ 59543 w 315913"/>
                  <a:gd name="connsiteY115" fmla="*/ 107112 h 330200"/>
                  <a:gd name="connsiteX116" fmla="*/ 63427 w 315913"/>
                  <a:gd name="connsiteY116" fmla="*/ 96736 h 330200"/>
                  <a:gd name="connsiteX117" fmla="*/ 63427 w 315913"/>
                  <a:gd name="connsiteY117" fmla="*/ 79875 h 330200"/>
                  <a:gd name="connsiteX118" fmla="*/ 117793 w 315913"/>
                  <a:gd name="connsiteY118" fmla="*/ 25400 h 330200"/>
                  <a:gd name="connsiteX119" fmla="*/ 226732 w 315913"/>
                  <a:gd name="connsiteY119" fmla="*/ 0 h 330200"/>
                  <a:gd name="connsiteX120" fmla="*/ 315913 w 315913"/>
                  <a:gd name="connsiteY120" fmla="*/ 89549 h 330200"/>
                  <a:gd name="connsiteX121" fmla="*/ 226732 w 315913"/>
                  <a:gd name="connsiteY121" fmla="*/ 177800 h 330200"/>
                  <a:gd name="connsiteX122" fmla="*/ 187958 w 315913"/>
                  <a:gd name="connsiteY122" fmla="*/ 170013 h 330200"/>
                  <a:gd name="connsiteX123" fmla="*/ 197005 w 315913"/>
                  <a:gd name="connsiteY123" fmla="*/ 153142 h 330200"/>
                  <a:gd name="connsiteX124" fmla="*/ 226732 w 315913"/>
                  <a:gd name="connsiteY124" fmla="*/ 159631 h 330200"/>
                  <a:gd name="connsiteX125" fmla="*/ 296526 w 315913"/>
                  <a:gd name="connsiteY125" fmla="*/ 89549 h 330200"/>
                  <a:gd name="connsiteX126" fmla="*/ 226732 w 315913"/>
                  <a:gd name="connsiteY126" fmla="*/ 19467 h 330200"/>
                  <a:gd name="connsiteX127" fmla="*/ 185373 w 315913"/>
                  <a:gd name="connsiteY127" fmla="*/ 32445 h 330200"/>
                  <a:gd name="connsiteX128" fmla="*/ 169863 w 315913"/>
                  <a:gd name="connsiteY128" fmla="*/ 20765 h 330200"/>
                  <a:gd name="connsiteX129" fmla="*/ 226732 w 315913"/>
                  <a:gd name="connsiteY129" fmla="*/ 0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315913" h="330200">
                    <a:moveTo>
                      <a:pt x="150073" y="184150"/>
                    </a:moveTo>
                    <a:cubicBezTo>
                      <a:pt x="147321" y="186730"/>
                      <a:pt x="143193" y="186730"/>
                      <a:pt x="140442" y="188020"/>
                    </a:cubicBezTo>
                    <a:cubicBezTo>
                      <a:pt x="139066" y="188020"/>
                      <a:pt x="137690" y="189310"/>
                      <a:pt x="137690" y="190599"/>
                    </a:cubicBezTo>
                    <a:cubicBezTo>
                      <a:pt x="137690" y="190599"/>
                      <a:pt x="137690" y="190599"/>
                      <a:pt x="137690" y="199628"/>
                    </a:cubicBezTo>
                    <a:cubicBezTo>
                      <a:pt x="137690" y="199628"/>
                      <a:pt x="136314" y="200918"/>
                      <a:pt x="136314" y="200918"/>
                    </a:cubicBezTo>
                    <a:cubicBezTo>
                      <a:pt x="134938" y="200918"/>
                      <a:pt x="134938" y="202208"/>
                      <a:pt x="134938" y="203498"/>
                    </a:cubicBezTo>
                    <a:lnTo>
                      <a:pt x="137690" y="221556"/>
                    </a:lnTo>
                    <a:cubicBezTo>
                      <a:pt x="137690" y="222845"/>
                      <a:pt x="139066" y="224135"/>
                      <a:pt x="140442" y="225425"/>
                    </a:cubicBezTo>
                    <a:cubicBezTo>
                      <a:pt x="141817" y="225425"/>
                      <a:pt x="143193" y="224135"/>
                      <a:pt x="144569" y="224135"/>
                    </a:cubicBezTo>
                    <a:cubicBezTo>
                      <a:pt x="144569" y="224135"/>
                      <a:pt x="144569" y="224135"/>
                      <a:pt x="154200" y="211237"/>
                    </a:cubicBezTo>
                    <a:cubicBezTo>
                      <a:pt x="155576" y="209947"/>
                      <a:pt x="155576" y="209947"/>
                      <a:pt x="155576" y="208657"/>
                    </a:cubicBezTo>
                    <a:cubicBezTo>
                      <a:pt x="155576" y="208657"/>
                      <a:pt x="155576" y="208657"/>
                      <a:pt x="155576" y="188020"/>
                    </a:cubicBezTo>
                    <a:cubicBezTo>
                      <a:pt x="155576" y="186730"/>
                      <a:pt x="154200" y="185440"/>
                      <a:pt x="152824" y="185440"/>
                    </a:cubicBezTo>
                    <a:cubicBezTo>
                      <a:pt x="152824" y="184150"/>
                      <a:pt x="151449" y="184150"/>
                      <a:pt x="150073" y="184150"/>
                    </a:cubicBezTo>
                    <a:close/>
                    <a:moveTo>
                      <a:pt x="105456" y="184150"/>
                    </a:moveTo>
                    <a:cubicBezTo>
                      <a:pt x="104095" y="184150"/>
                      <a:pt x="102735" y="184150"/>
                      <a:pt x="101374" y="185440"/>
                    </a:cubicBezTo>
                    <a:cubicBezTo>
                      <a:pt x="100013" y="185440"/>
                      <a:pt x="100013" y="186730"/>
                      <a:pt x="100013" y="188020"/>
                    </a:cubicBezTo>
                    <a:cubicBezTo>
                      <a:pt x="100013" y="188020"/>
                      <a:pt x="100013" y="188020"/>
                      <a:pt x="100013" y="208657"/>
                    </a:cubicBezTo>
                    <a:cubicBezTo>
                      <a:pt x="100013" y="209947"/>
                      <a:pt x="100013" y="209947"/>
                      <a:pt x="100013" y="211237"/>
                    </a:cubicBezTo>
                    <a:cubicBezTo>
                      <a:pt x="100013" y="211237"/>
                      <a:pt x="100013" y="211237"/>
                      <a:pt x="110899" y="224135"/>
                    </a:cubicBezTo>
                    <a:cubicBezTo>
                      <a:pt x="110899" y="224135"/>
                      <a:pt x="112260" y="225425"/>
                      <a:pt x="113620" y="225425"/>
                    </a:cubicBezTo>
                    <a:cubicBezTo>
                      <a:pt x="113620" y="225425"/>
                      <a:pt x="113620" y="225425"/>
                      <a:pt x="114981" y="225425"/>
                    </a:cubicBezTo>
                    <a:cubicBezTo>
                      <a:pt x="116342" y="224135"/>
                      <a:pt x="117702" y="222845"/>
                      <a:pt x="117702" y="221556"/>
                    </a:cubicBezTo>
                    <a:cubicBezTo>
                      <a:pt x="117702" y="221556"/>
                      <a:pt x="117702" y="221556"/>
                      <a:pt x="119063" y="203498"/>
                    </a:cubicBezTo>
                    <a:cubicBezTo>
                      <a:pt x="119063" y="202208"/>
                      <a:pt x="119063" y="200918"/>
                      <a:pt x="117702" y="200918"/>
                    </a:cubicBezTo>
                    <a:cubicBezTo>
                      <a:pt x="117702" y="200918"/>
                      <a:pt x="117702" y="199628"/>
                      <a:pt x="116342" y="199628"/>
                    </a:cubicBezTo>
                    <a:cubicBezTo>
                      <a:pt x="116342" y="199628"/>
                      <a:pt x="116342" y="199628"/>
                      <a:pt x="116342" y="190599"/>
                    </a:cubicBezTo>
                    <a:cubicBezTo>
                      <a:pt x="116342" y="189310"/>
                      <a:pt x="114981" y="188020"/>
                      <a:pt x="113620" y="188020"/>
                    </a:cubicBezTo>
                    <a:cubicBezTo>
                      <a:pt x="110899" y="186730"/>
                      <a:pt x="108177" y="186730"/>
                      <a:pt x="105456" y="184150"/>
                    </a:cubicBezTo>
                    <a:close/>
                    <a:moveTo>
                      <a:pt x="110782" y="92075"/>
                    </a:moveTo>
                    <a:cubicBezTo>
                      <a:pt x="100313" y="92075"/>
                      <a:pt x="91153" y="95901"/>
                      <a:pt x="85918" y="98451"/>
                    </a:cubicBezTo>
                    <a:cubicBezTo>
                      <a:pt x="84610" y="98451"/>
                      <a:pt x="84610" y="99726"/>
                      <a:pt x="84610" y="101002"/>
                    </a:cubicBezTo>
                    <a:cubicBezTo>
                      <a:pt x="84610" y="101002"/>
                      <a:pt x="84610" y="101002"/>
                      <a:pt x="84610" y="107378"/>
                    </a:cubicBezTo>
                    <a:cubicBezTo>
                      <a:pt x="84610" y="107378"/>
                      <a:pt x="84610" y="107378"/>
                      <a:pt x="81992" y="107378"/>
                    </a:cubicBezTo>
                    <a:cubicBezTo>
                      <a:pt x="80684" y="107378"/>
                      <a:pt x="79375" y="108653"/>
                      <a:pt x="79375" y="111203"/>
                    </a:cubicBezTo>
                    <a:cubicBezTo>
                      <a:pt x="79375" y="111203"/>
                      <a:pt x="79375" y="111203"/>
                      <a:pt x="79375" y="116304"/>
                    </a:cubicBezTo>
                    <a:cubicBezTo>
                      <a:pt x="79375" y="117579"/>
                      <a:pt x="79375" y="118855"/>
                      <a:pt x="80684" y="120130"/>
                    </a:cubicBezTo>
                    <a:cubicBezTo>
                      <a:pt x="80684" y="120130"/>
                      <a:pt x="80684" y="120130"/>
                      <a:pt x="84610" y="121405"/>
                    </a:cubicBezTo>
                    <a:cubicBezTo>
                      <a:pt x="84610" y="121405"/>
                      <a:pt x="84610" y="121405"/>
                      <a:pt x="84610" y="122680"/>
                    </a:cubicBezTo>
                    <a:cubicBezTo>
                      <a:pt x="85918" y="131607"/>
                      <a:pt x="89844" y="141808"/>
                      <a:pt x="96387" y="152010"/>
                    </a:cubicBezTo>
                    <a:cubicBezTo>
                      <a:pt x="105548" y="163487"/>
                      <a:pt x="113399" y="169863"/>
                      <a:pt x="117325" y="169863"/>
                    </a:cubicBezTo>
                    <a:cubicBezTo>
                      <a:pt x="117325" y="169863"/>
                      <a:pt x="117325" y="169863"/>
                      <a:pt x="136954" y="169863"/>
                    </a:cubicBezTo>
                    <a:cubicBezTo>
                      <a:pt x="140880" y="169863"/>
                      <a:pt x="148732" y="163487"/>
                      <a:pt x="157892" y="152010"/>
                    </a:cubicBezTo>
                    <a:cubicBezTo>
                      <a:pt x="164436" y="141808"/>
                      <a:pt x="169670" y="131607"/>
                      <a:pt x="170979" y="122680"/>
                    </a:cubicBezTo>
                    <a:cubicBezTo>
                      <a:pt x="170979" y="122680"/>
                      <a:pt x="170979" y="122680"/>
                      <a:pt x="170979" y="121405"/>
                    </a:cubicBezTo>
                    <a:cubicBezTo>
                      <a:pt x="170979" y="121405"/>
                      <a:pt x="170979" y="121405"/>
                      <a:pt x="173596" y="120130"/>
                    </a:cubicBezTo>
                    <a:cubicBezTo>
                      <a:pt x="174905" y="118855"/>
                      <a:pt x="176213" y="117579"/>
                      <a:pt x="176213" y="116304"/>
                    </a:cubicBezTo>
                    <a:cubicBezTo>
                      <a:pt x="176213" y="116304"/>
                      <a:pt x="176213" y="116304"/>
                      <a:pt x="176213" y="111203"/>
                    </a:cubicBezTo>
                    <a:cubicBezTo>
                      <a:pt x="176213" y="108653"/>
                      <a:pt x="173596" y="107378"/>
                      <a:pt x="172287" y="107378"/>
                    </a:cubicBezTo>
                    <a:cubicBezTo>
                      <a:pt x="172287" y="107378"/>
                      <a:pt x="172287" y="107378"/>
                      <a:pt x="169670" y="107378"/>
                    </a:cubicBezTo>
                    <a:cubicBezTo>
                      <a:pt x="169670" y="107378"/>
                      <a:pt x="169670" y="106102"/>
                      <a:pt x="169670" y="106102"/>
                    </a:cubicBezTo>
                    <a:cubicBezTo>
                      <a:pt x="168361" y="106102"/>
                      <a:pt x="167053" y="106102"/>
                      <a:pt x="165744" y="106102"/>
                    </a:cubicBezTo>
                    <a:cubicBezTo>
                      <a:pt x="160510" y="108653"/>
                      <a:pt x="156584" y="108653"/>
                      <a:pt x="151349" y="108653"/>
                    </a:cubicBezTo>
                    <a:cubicBezTo>
                      <a:pt x="143498" y="108653"/>
                      <a:pt x="136954" y="106102"/>
                      <a:pt x="130411" y="99726"/>
                    </a:cubicBezTo>
                    <a:cubicBezTo>
                      <a:pt x="125177" y="94626"/>
                      <a:pt x="118634" y="92075"/>
                      <a:pt x="110782" y="92075"/>
                    </a:cubicBezTo>
                    <a:close/>
                    <a:moveTo>
                      <a:pt x="233216" y="38100"/>
                    </a:moveTo>
                    <a:cubicBezTo>
                      <a:pt x="237092" y="38100"/>
                      <a:pt x="239677" y="41996"/>
                      <a:pt x="239677" y="45893"/>
                    </a:cubicBezTo>
                    <a:cubicBezTo>
                      <a:pt x="239677" y="45893"/>
                      <a:pt x="239677" y="45893"/>
                      <a:pt x="239677" y="53686"/>
                    </a:cubicBezTo>
                    <a:cubicBezTo>
                      <a:pt x="246137" y="54985"/>
                      <a:pt x="250014" y="56284"/>
                      <a:pt x="253890" y="60181"/>
                    </a:cubicBezTo>
                    <a:cubicBezTo>
                      <a:pt x="255182" y="62778"/>
                      <a:pt x="256475" y="65376"/>
                      <a:pt x="255182" y="66675"/>
                    </a:cubicBezTo>
                    <a:cubicBezTo>
                      <a:pt x="255182" y="69273"/>
                      <a:pt x="252598" y="70572"/>
                      <a:pt x="250014" y="71870"/>
                    </a:cubicBezTo>
                    <a:cubicBezTo>
                      <a:pt x="250014" y="71870"/>
                      <a:pt x="250014" y="71870"/>
                      <a:pt x="247429" y="73169"/>
                    </a:cubicBezTo>
                    <a:cubicBezTo>
                      <a:pt x="244845" y="74468"/>
                      <a:pt x="242261" y="73169"/>
                      <a:pt x="239677" y="70572"/>
                    </a:cubicBezTo>
                    <a:cubicBezTo>
                      <a:pt x="238384" y="69273"/>
                      <a:pt x="235800" y="67974"/>
                      <a:pt x="231924" y="67974"/>
                    </a:cubicBezTo>
                    <a:cubicBezTo>
                      <a:pt x="229339" y="67974"/>
                      <a:pt x="225463" y="69273"/>
                      <a:pt x="225463" y="71870"/>
                    </a:cubicBezTo>
                    <a:cubicBezTo>
                      <a:pt x="225463" y="73169"/>
                      <a:pt x="226755" y="73169"/>
                      <a:pt x="226755" y="74468"/>
                    </a:cubicBezTo>
                    <a:cubicBezTo>
                      <a:pt x="228047" y="74468"/>
                      <a:pt x="229339" y="75767"/>
                      <a:pt x="233216" y="75767"/>
                    </a:cubicBezTo>
                    <a:cubicBezTo>
                      <a:pt x="239677" y="78365"/>
                      <a:pt x="246137" y="79664"/>
                      <a:pt x="248722" y="80963"/>
                    </a:cubicBezTo>
                    <a:cubicBezTo>
                      <a:pt x="252598" y="82261"/>
                      <a:pt x="255182" y="84859"/>
                      <a:pt x="257767" y="87457"/>
                    </a:cubicBezTo>
                    <a:cubicBezTo>
                      <a:pt x="259059" y="90055"/>
                      <a:pt x="260351" y="93952"/>
                      <a:pt x="260351" y="99147"/>
                    </a:cubicBezTo>
                    <a:cubicBezTo>
                      <a:pt x="260351" y="104343"/>
                      <a:pt x="257767" y="109538"/>
                      <a:pt x="253890" y="113435"/>
                    </a:cubicBezTo>
                    <a:cubicBezTo>
                      <a:pt x="250014" y="117331"/>
                      <a:pt x="246137" y="119929"/>
                      <a:pt x="239677" y="119929"/>
                    </a:cubicBezTo>
                    <a:cubicBezTo>
                      <a:pt x="239677" y="119929"/>
                      <a:pt x="239677" y="119929"/>
                      <a:pt x="239677" y="131619"/>
                    </a:cubicBezTo>
                    <a:cubicBezTo>
                      <a:pt x="239677" y="135515"/>
                      <a:pt x="237092" y="138113"/>
                      <a:pt x="233216" y="138113"/>
                    </a:cubicBezTo>
                    <a:cubicBezTo>
                      <a:pt x="229339" y="138113"/>
                      <a:pt x="225463" y="135515"/>
                      <a:pt x="225463" y="131619"/>
                    </a:cubicBezTo>
                    <a:cubicBezTo>
                      <a:pt x="225463" y="131619"/>
                      <a:pt x="225463" y="131619"/>
                      <a:pt x="225463" y="121228"/>
                    </a:cubicBezTo>
                    <a:cubicBezTo>
                      <a:pt x="217710" y="119929"/>
                      <a:pt x="211249" y="116032"/>
                      <a:pt x="206080" y="109538"/>
                    </a:cubicBezTo>
                    <a:cubicBezTo>
                      <a:pt x="204788" y="108239"/>
                      <a:pt x="204788" y="105641"/>
                      <a:pt x="206080" y="103044"/>
                    </a:cubicBezTo>
                    <a:cubicBezTo>
                      <a:pt x="207372" y="100446"/>
                      <a:pt x="208665" y="99147"/>
                      <a:pt x="211249" y="99147"/>
                    </a:cubicBezTo>
                    <a:cubicBezTo>
                      <a:pt x="211249" y="99147"/>
                      <a:pt x="211249" y="99147"/>
                      <a:pt x="216418" y="97848"/>
                    </a:cubicBezTo>
                    <a:cubicBezTo>
                      <a:pt x="219002" y="97848"/>
                      <a:pt x="221586" y="99147"/>
                      <a:pt x="222878" y="100446"/>
                    </a:cubicBezTo>
                    <a:cubicBezTo>
                      <a:pt x="225463" y="104343"/>
                      <a:pt x="228047" y="105641"/>
                      <a:pt x="233216" y="105641"/>
                    </a:cubicBezTo>
                    <a:cubicBezTo>
                      <a:pt x="239677" y="105641"/>
                      <a:pt x="239677" y="101745"/>
                      <a:pt x="239677" y="101745"/>
                    </a:cubicBezTo>
                    <a:cubicBezTo>
                      <a:pt x="239677" y="100446"/>
                      <a:pt x="239677" y="99147"/>
                      <a:pt x="238384" y="97848"/>
                    </a:cubicBezTo>
                    <a:cubicBezTo>
                      <a:pt x="237092" y="97848"/>
                      <a:pt x="235800" y="96549"/>
                      <a:pt x="231924" y="96549"/>
                    </a:cubicBezTo>
                    <a:cubicBezTo>
                      <a:pt x="221586" y="93952"/>
                      <a:pt x="213833" y="91354"/>
                      <a:pt x="211249" y="87457"/>
                    </a:cubicBezTo>
                    <a:cubicBezTo>
                      <a:pt x="207372" y="83560"/>
                      <a:pt x="206080" y="79664"/>
                      <a:pt x="206080" y="74468"/>
                    </a:cubicBezTo>
                    <a:cubicBezTo>
                      <a:pt x="206080" y="69273"/>
                      <a:pt x="207372" y="65376"/>
                      <a:pt x="211249" y="60181"/>
                    </a:cubicBezTo>
                    <a:cubicBezTo>
                      <a:pt x="213833" y="56284"/>
                      <a:pt x="219002" y="53686"/>
                      <a:pt x="225463" y="53686"/>
                    </a:cubicBezTo>
                    <a:cubicBezTo>
                      <a:pt x="225463" y="53686"/>
                      <a:pt x="225463" y="53686"/>
                      <a:pt x="225463" y="45893"/>
                    </a:cubicBezTo>
                    <a:cubicBezTo>
                      <a:pt x="225463" y="41996"/>
                      <a:pt x="229339" y="38100"/>
                      <a:pt x="233216" y="38100"/>
                    </a:cubicBezTo>
                    <a:close/>
                    <a:moveTo>
                      <a:pt x="117793" y="25400"/>
                    </a:moveTo>
                    <a:cubicBezTo>
                      <a:pt x="117793" y="25400"/>
                      <a:pt x="117793" y="25400"/>
                      <a:pt x="135915" y="25400"/>
                    </a:cubicBezTo>
                    <a:cubicBezTo>
                      <a:pt x="165687" y="25400"/>
                      <a:pt x="190281" y="50043"/>
                      <a:pt x="190281" y="79875"/>
                    </a:cubicBezTo>
                    <a:cubicBezTo>
                      <a:pt x="190281" y="79875"/>
                      <a:pt x="190281" y="79875"/>
                      <a:pt x="190281" y="96736"/>
                    </a:cubicBezTo>
                    <a:cubicBezTo>
                      <a:pt x="191575" y="99330"/>
                      <a:pt x="192870" y="103221"/>
                      <a:pt x="192870" y="107112"/>
                    </a:cubicBezTo>
                    <a:cubicBezTo>
                      <a:pt x="192870" y="107112"/>
                      <a:pt x="192870" y="107112"/>
                      <a:pt x="192870" y="118786"/>
                    </a:cubicBezTo>
                    <a:cubicBezTo>
                      <a:pt x="192870" y="123974"/>
                      <a:pt x="190281" y="127865"/>
                      <a:pt x="186397" y="131756"/>
                    </a:cubicBezTo>
                    <a:cubicBezTo>
                      <a:pt x="186397" y="134350"/>
                      <a:pt x="185103" y="138241"/>
                      <a:pt x="183809" y="140835"/>
                    </a:cubicBezTo>
                    <a:cubicBezTo>
                      <a:pt x="179925" y="148617"/>
                      <a:pt x="176042" y="156399"/>
                      <a:pt x="172159" y="162884"/>
                    </a:cubicBezTo>
                    <a:cubicBezTo>
                      <a:pt x="169570" y="165478"/>
                      <a:pt x="166981" y="169369"/>
                      <a:pt x="163098" y="173261"/>
                    </a:cubicBezTo>
                    <a:cubicBezTo>
                      <a:pt x="166981" y="175855"/>
                      <a:pt x="168275" y="177152"/>
                      <a:pt x="169570" y="181043"/>
                    </a:cubicBezTo>
                    <a:cubicBezTo>
                      <a:pt x="169570" y="181043"/>
                      <a:pt x="169570" y="181043"/>
                      <a:pt x="208403" y="192716"/>
                    </a:cubicBezTo>
                    <a:cubicBezTo>
                      <a:pt x="235586" y="200498"/>
                      <a:pt x="252413" y="314636"/>
                      <a:pt x="252413" y="319824"/>
                    </a:cubicBezTo>
                    <a:cubicBezTo>
                      <a:pt x="252413" y="326309"/>
                      <a:pt x="247235" y="330200"/>
                      <a:pt x="242058" y="330200"/>
                    </a:cubicBezTo>
                    <a:cubicBezTo>
                      <a:pt x="242058" y="330200"/>
                      <a:pt x="242058" y="330200"/>
                      <a:pt x="10355" y="330200"/>
                    </a:cubicBezTo>
                    <a:cubicBezTo>
                      <a:pt x="5178" y="330200"/>
                      <a:pt x="0" y="326309"/>
                      <a:pt x="0" y="319824"/>
                    </a:cubicBezTo>
                    <a:cubicBezTo>
                      <a:pt x="0" y="319824"/>
                      <a:pt x="1294" y="318527"/>
                      <a:pt x="1294" y="318527"/>
                    </a:cubicBezTo>
                    <a:cubicBezTo>
                      <a:pt x="1294" y="318527"/>
                      <a:pt x="16827" y="200498"/>
                      <a:pt x="44010" y="192716"/>
                    </a:cubicBezTo>
                    <a:cubicBezTo>
                      <a:pt x="44010" y="192716"/>
                      <a:pt x="44010" y="192716"/>
                      <a:pt x="82843" y="181043"/>
                    </a:cubicBezTo>
                    <a:cubicBezTo>
                      <a:pt x="84138" y="177152"/>
                      <a:pt x="86727" y="175855"/>
                      <a:pt x="89315" y="173261"/>
                    </a:cubicBezTo>
                    <a:cubicBezTo>
                      <a:pt x="85432" y="169369"/>
                      <a:pt x="82843" y="165478"/>
                      <a:pt x="81549" y="162884"/>
                    </a:cubicBezTo>
                    <a:cubicBezTo>
                      <a:pt x="76371" y="156399"/>
                      <a:pt x="72488" y="148617"/>
                      <a:pt x="69899" y="140835"/>
                    </a:cubicBezTo>
                    <a:cubicBezTo>
                      <a:pt x="68604" y="138241"/>
                      <a:pt x="67310" y="134350"/>
                      <a:pt x="66016" y="131756"/>
                    </a:cubicBezTo>
                    <a:cubicBezTo>
                      <a:pt x="62132" y="127865"/>
                      <a:pt x="59543" y="123974"/>
                      <a:pt x="59543" y="118786"/>
                    </a:cubicBezTo>
                    <a:cubicBezTo>
                      <a:pt x="59543" y="118786"/>
                      <a:pt x="59543" y="118786"/>
                      <a:pt x="59543" y="107112"/>
                    </a:cubicBezTo>
                    <a:cubicBezTo>
                      <a:pt x="59543" y="103221"/>
                      <a:pt x="60838" y="99330"/>
                      <a:pt x="63427" y="96736"/>
                    </a:cubicBezTo>
                    <a:cubicBezTo>
                      <a:pt x="63427" y="96736"/>
                      <a:pt x="63427" y="96736"/>
                      <a:pt x="63427" y="79875"/>
                    </a:cubicBezTo>
                    <a:cubicBezTo>
                      <a:pt x="63427" y="50043"/>
                      <a:pt x="88021" y="25400"/>
                      <a:pt x="117793" y="25400"/>
                    </a:cubicBezTo>
                    <a:close/>
                    <a:moveTo>
                      <a:pt x="226732" y="0"/>
                    </a:moveTo>
                    <a:cubicBezTo>
                      <a:pt x="275846" y="0"/>
                      <a:pt x="315913" y="40232"/>
                      <a:pt x="315913" y="89549"/>
                    </a:cubicBezTo>
                    <a:cubicBezTo>
                      <a:pt x="315913" y="138866"/>
                      <a:pt x="275846" y="177800"/>
                      <a:pt x="226732" y="177800"/>
                    </a:cubicBezTo>
                    <a:cubicBezTo>
                      <a:pt x="212515" y="177800"/>
                      <a:pt x="199590" y="175205"/>
                      <a:pt x="187958" y="170013"/>
                    </a:cubicBezTo>
                    <a:cubicBezTo>
                      <a:pt x="191835" y="164822"/>
                      <a:pt x="194420" y="158333"/>
                      <a:pt x="197005" y="153142"/>
                    </a:cubicBezTo>
                    <a:cubicBezTo>
                      <a:pt x="206053" y="157035"/>
                      <a:pt x="216392" y="159631"/>
                      <a:pt x="226732" y="159631"/>
                    </a:cubicBezTo>
                    <a:cubicBezTo>
                      <a:pt x="265506" y="159631"/>
                      <a:pt x="296526" y="128483"/>
                      <a:pt x="296526" y="89549"/>
                    </a:cubicBezTo>
                    <a:cubicBezTo>
                      <a:pt x="296526" y="50614"/>
                      <a:pt x="265506" y="19467"/>
                      <a:pt x="226732" y="19467"/>
                    </a:cubicBezTo>
                    <a:cubicBezTo>
                      <a:pt x="211222" y="19467"/>
                      <a:pt x="197005" y="24658"/>
                      <a:pt x="185373" y="32445"/>
                    </a:cubicBezTo>
                    <a:cubicBezTo>
                      <a:pt x="180203" y="27254"/>
                      <a:pt x="176326" y="23360"/>
                      <a:pt x="169863" y="20765"/>
                    </a:cubicBezTo>
                    <a:cubicBezTo>
                      <a:pt x="185373" y="7787"/>
                      <a:pt x="204760" y="0"/>
                      <a:pt x="22673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76" name="图形"/>
              <p:cNvSpPr/>
              <p:nvPr>
                <p:custDataLst>
                  <p:tags r:id="rId7"/>
                </p:custDataLst>
              </p:nvPr>
            </p:nvSpPr>
            <p:spPr>
              <a:xfrm>
                <a:off x="3768" y="5537"/>
                <a:ext cx="735" cy="707"/>
              </a:xfrm>
              <a:custGeom>
                <a:avLst/>
                <a:gdLst>
                  <a:gd name="connsiteX0" fmla="*/ 251409 w 333376"/>
                  <a:gd name="connsiteY0" fmla="*/ 227087 h 320675"/>
                  <a:gd name="connsiteX1" fmla="*/ 258050 w 333376"/>
                  <a:gd name="connsiteY1" fmla="*/ 230742 h 320675"/>
                  <a:gd name="connsiteX2" fmla="*/ 256754 w 333376"/>
                  <a:gd name="connsiteY2" fmla="*/ 245361 h 320675"/>
                  <a:gd name="connsiteX3" fmla="*/ 216581 w 333376"/>
                  <a:gd name="connsiteY3" fmla="*/ 279917 h 320675"/>
                  <a:gd name="connsiteX4" fmla="*/ 210101 w 333376"/>
                  <a:gd name="connsiteY4" fmla="*/ 282575 h 320675"/>
                  <a:gd name="connsiteX5" fmla="*/ 202326 w 333376"/>
                  <a:gd name="connsiteY5" fmla="*/ 278588 h 320675"/>
                  <a:gd name="connsiteX6" fmla="*/ 203622 w 333376"/>
                  <a:gd name="connsiteY6" fmla="*/ 263968 h 320675"/>
                  <a:gd name="connsiteX7" fmla="*/ 243795 w 333376"/>
                  <a:gd name="connsiteY7" fmla="*/ 229412 h 320675"/>
                  <a:gd name="connsiteX8" fmla="*/ 251409 w 333376"/>
                  <a:gd name="connsiteY8" fmla="*/ 227087 h 320675"/>
                  <a:gd name="connsiteX9" fmla="*/ 85142 w 333376"/>
                  <a:gd name="connsiteY9" fmla="*/ 227087 h 320675"/>
                  <a:gd name="connsiteX10" fmla="*/ 92756 w 333376"/>
                  <a:gd name="connsiteY10" fmla="*/ 229412 h 320675"/>
                  <a:gd name="connsiteX11" fmla="*/ 132929 w 333376"/>
                  <a:gd name="connsiteY11" fmla="*/ 263968 h 320675"/>
                  <a:gd name="connsiteX12" fmla="*/ 134225 w 333376"/>
                  <a:gd name="connsiteY12" fmla="*/ 278588 h 320675"/>
                  <a:gd name="connsiteX13" fmla="*/ 126450 w 333376"/>
                  <a:gd name="connsiteY13" fmla="*/ 282575 h 320675"/>
                  <a:gd name="connsiteX14" fmla="*/ 119970 w 333376"/>
                  <a:gd name="connsiteY14" fmla="*/ 279917 h 320675"/>
                  <a:gd name="connsiteX15" fmla="*/ 79797 w 333376"/>
                  <a:gd name="connsiteY15" fmla="*/ 245361 h 320675"/>
                  <a:gd name="connsiteX16" fmla="*/ 78501 w 333376"/>
                  <a:gd name="connsiteY16" fmla="*/ 230742 h 320675"/>
                  <a:gd name="connsiteX17" fmla="*/ 85142 w 333376"/>
                  <a:gd name="connsiteY17" fmla="*/ 227087 h 320675"/>
                  <a:gd name="connsiteX18" fmla="*/ 188006 w 333376"/>
                  <a:gd name="connsiteY18" fmla="*/ 147637 h 320675"/>
                  <a:gd name="connsiteX19" fmla="*/ 214313 w 333376"/>
                  <a:gd name="connsiteY19" fmla="*/ 223669 h 320675"/>
                  <a:gd name="connsiteX20" fmla="*/ 205106 w 333376"/>
                  <a:gd name="connsiteY20" fmla="*/ 232845 h 320675"/>
                  <a:gd name="connsiteX21" fmla="*/ 195898 w 333376"/>
                  <a:gd name="connsiteY21" fmla="*/ 223669 h 320675"/>
                  <a:gd name="connsiteX22" fmla="*/ 191952 w 333376"/>
                  <a:gd name="connsiteY22" fmla="*/ 189586 h 320675"/>
                  <a:gd name="connsiteX23" fmla="*/ 191952 w 333376"/>
                  <a:gd name="connsiteY23" fmla="*/ 221047 h 320675"/>
                  <a:gd name="connsiteX24" fmla="*/ 188006 w 333376"/>
                  <a:gd name="connsiteY24" fmla="*/ 232845 h 320675"/>
                  <a:gd name="connsiteX25" fmla="*/ 188006 w 333376"/>
                  <a:gd name="connsiteY25" fmla="*/ 311499 h 320675"/>
                  <a:gd name="connsiteX26" fmla="*/ 178798 w 333376"/>
                  <a:gd name="connsiteY26" fmla="*/ 320675 h 320675"/>
                  <a:gd name="connsiteX27" fmla="*/ 169591 w 333376"/>
                  <a:gd name="connsiteY27" fmla="*/ 311499 h 320675"/>
                  <a:gd name="connsiteX28" fmla="*/ 168275 w 333376"/>
                  <a:gd name="connsiteY28" fmla="*/ 311499 h 320675"/>
                  <a:gd name="connsiteX29" fmla="*/ 159068 w 333376"/>
                  <a:gd name="connsiteY29" fmla="*/ 320675 h 320675"/>
                  <a:gd name="connsiteX30" fmla="*/ 148545 w 333376"/>
                  <a:gd name="connsiteY30" fmla="*/ 311499 h 320675"/>
                  <a:gd name="connsiteX31" fmla="*/ 148545 w 333376"/>
                  <a:gd name="connsiteY31" fmla="*/ 234156 h 320675"/>
                  <a:gd name="connsiteX32" fmla="*/ 145914 w 333376"/>
                  <a:gd name="connsiteY32" fmla="*/ 222358 h 320675"/>
                  <a:gd name="connsiteX33" fmla="*/ 145914 w 333376"/>
                  <a:gd name="connsiteY33" fmla="*/ 192208 h 320675"/>
                  <a:gd name="connsiteX34" fmla="*/ 141968 w 333376"/>
                  <a:gd name="connsiteY34" fmla="*/ 224980 h 320675"/>
                  <a:gd name="connsiteX35" fmla="*/ 132761 w 333376"/>
                  <a:gd name="connsiteY35" fmla="*/ 235467 h 320675"/>
                  <a:gd name="connsiteX36" fmla="*/ 123553 w 333376"/>
                  <a:gd name="connsiteY36" fmla="*/ 224980 h 320675"/>
                  <a:gd name="connsiteX37" fmla="*/ 149860 w 333376"/>
                  <a:gd name="connsiteY37" fmla="*/ 150259 h 320675"/>
                  <a:gd name="connsiteX38" fmla="*/ 168275 w 333376"/>
                  <a:gd name="connsiteY38" fmla="*/ 175166 h 320675"/>
                  <a:gd name="connsiteX39" fmla="*/ 188006 w 333376"/>
                  <a:gd name="connsiteY39" fmla="*/ 147637 h 320675"/>
                  <a:gd name="connsiteX40" fmla="*/ 168414 w 333376"/>
                  <a:gd name="connsiteY40" fmla="*/ 138112 h 320675"/>
                  <a:gd name="connsiteX41" fmla="*/ 174971 w 333376"/>
                  <a:gd name="connsiteY41" fmla="*/ 141922 h 320675"/>
                  <a:gd name="connsiteX42" fmla="*/ 180217 w 333376"/>
                  <a:gd name="connsiteY42" fmla="*/ 139382 h 320675"/>
                  <a:gd name="connsiteX43" fmla="*/ 182840 w 333376"/>
                  <a:gd name="connsiteY43" fmla="*/ 139382 h 320675"/>
                  <a:gd name="connsiteX44" fmla="*/ 184151 w 333376"/>
                  <a:gd name="connsiteY44" fmla="*/ 141922 h 320675"/>
                  <a:gd name="connsiteX45" fmla="*/ 184151 w 333376"/>
                  <a:gd name="connsiteY45" fmla="*/ 148272 h 320675"/>
                  <a:gd name="connsiteX46" fmla="*/ 182840 w 333376"/>
                  <a:gd name="connsiteY46" fmla="*/ 150812 h 320675"/>
                  <a:gd name="connsiteX47" fmla="*/ 180217 w 333376"/>
                  <a:gd name="connsiteY47" fmla="*/ 150812 h 320675"/>
                  <a:gd name="connsiteX48" fmla="*/ 173659 w 333376"/>
                  <a:gd name="connsiteY48" fmla="*/ 149542 h 320675"/>
                  <a:gd name="connsiteX49" fmla="*/ 169725 w 333376"/>
                  <a:gd name="connsiteY49" fmla="*/ 150812 h 320675"/>
                  <a:gd name="connsiteX50" fmla="*/ 164479 w 333376"/>
                  <a:gd name="connsiteY50" fmla="*/ 149542 h 320675"/>
                  <a:gd name="connsiteX51" fmla="*/ 157922 w 333376"/>
                  <a:gd name="connsiteY51" fmla="*/ 150812 h 320675"/>
                  <a:gd name="connsiteX52" fmla="*/ 155299 w 333376"/>
                  <a:gd name="connsiteY52" fmla="*/ 150812 h 320675"/>
                  <a:gd name="connsiteX53" fmla="*/ 153988 w 333376"/>
                  <a:gd name="connsiteY53" fmla="*/ 148272 h 320675"/>
                  <a:gd name="connsiteX54" fmla="*/ 153988 w 333376"/>
                  <a:gd name="connsiteY54" fmla="*/ 141922 h 320675"/>
                  <a:gd name="connsiteX55" fmla="*/ 155299 w 333376"/>
                  <a:gd name="connsiteY55" fmla="*/ 139382 h 320675"/>
                  <a:gd name="connsiteX56" fmla="*/ 157922 w 333376"/>
                  <a:gd name="connsiteY56" fmla="*/ 139382 h 320675"/>
                  <a:gd name="connsiteX57" fmla="*/ 163168 w 333376"/>
                  <a:gd name="connsiteY57" fmla="*/ 141922 h 320675"/>
                  <a:gd name="connsiteX58" fmla="*/ 168414 w 333376"/>
                  <a:gd name="connsiteY58" fmla="*/ 138112 h 320675"/>
                  <a:gd name="connsiteX59" fmla="*/ 307312 w 333376"/>
                  <a:gd name="connsiteY59" fmla="*/ 88900 h 320675"/>
                  <a:gd name="connsiteX60" fmla="*/ 333376 w 333376"/>
                  <a:gd name="connsiteY60" fmla="*/ 161661 h 320675"/>
                  <a:gd name="connsiteX61" fmla="*/ 324254 w 333376"/>
                  <a:gd name="connsiteY61" fmla="*/ 170921 h 320675"/>
                  <a:gd name="connsiteX62" fmla="*/ 315132 w 333376"/>
                  <a:gd name="connsiteY62" fmla="*/ 161661 h 320675"/>
                  <a:gd name="connsiteX63" fmla="*/ 311222 w 333376"/>
                  <a:gd name="connsiteY63" fmla="*/ 129911 h 320675"/>
                  <a:gd name="connsiteX64" fmla="*/ 311222 w 333376"/>
                  <a:gd name="connsiteY64" fmla="*/ 159015 h 320675"/>
                  <a:gd name="connsiteX65" fmla="*/ 308616 w 333376"/>
                  <a:gd name="connsiteY65" fmla="*/ 170921 h 320675"/>
                  <a:gd name="connsiteX66" fmla="*/ 308616 w 333376"/>
                  <a:gd name="connsiteY66" fmla="*/ 246328 h 320675"/>
                  <a:gd name="connsiteX67" fmla="*/ 299493 w 333376"/>
                  <a:gd name="connsiteY67" fmla="*/ 255588 h 320675"/>
                  <a:gd name="connsiteX68" fmla="*/ 290371 w 333376"/>
                  <a:gd name="connsiteY68" fmla="*/ 246328 h 320675"/>
                  <a:gd name="connsiteX69" fmla="*/ 289068 w 333376"/>
                  <a:gd name="connsiteY69" fmla="*/ 246328 h 320675"/>
                  <a:gd name="connsiteX70" fmla="*/ 279946 w 333376"/>
                  <a:gd name="connsiteY70" fmla="*/ 255588 h 320675"/>
                  <a:gd name="connsiteX71" fmla="*/ 270823 w 333376"/>
                  <a:gd name="connsiteY71" fmla="*/ 246328 h 320675"/>
                  <a:gd name="connsiteX72" fmla="*/ 270823 w 333376"/>
                  <a:gd name="connsiteY72" fmla="*/ 172244 h 320675"/>
                  <a:gd name="connsiteX73" fmla="*/ 268217 w 333376"/>
                  <a:gd name="connsiteY73" fmla="*/ 160338 h 320675"/>
                  <a:gd name="connsiteX74" fmla="*/ 268217 w 333376"/>
                  <a:gd name="connsiteY74" fmla="*/ 131234 h 320675"/>
                  <a:gd name="connsiteX75" fmla="*/ 264308 w 333376"/>
                  <a:gd name="connsiteY75" fmla="*/ 164307 h 320675"/>
                  <a:gd name="connsiteX76" fmla="*/ 255185 w 333376"/>
                  <a:gd name="connsiteY76" fmla="*/ 172244 h 320675"/>
                  <a:gd name="connsiteX77" fmla="*/ 246063 w 333376"/>
                  <a:gd name="connsiteY77" fmla="*/ 164307 h 320675"/>
                  <a:gd name="connsiteX78" fmla="*/ 272127 w 333376"/>
                  <a:gd name="connsiteY78" fmla="*/ 91546 h 320675"/>
                  <a:gd name="connsiteX79" fmla="*/ 289068 w 333376"/>
                  <a:gd name="connsiteY79" fmla="*/ 115359 h 320675"/>
                  <a:gd name="connsiteX80" fmla="*/ 307312 w 333376"/>
                  <a:gd name="connsiteY80" fmla="*/ 88900 h 320675"/>
                  <a:gd name="connsiteX81" fmla="*/ 168276 w 333376"/>
                  <a:gd name="connsiteY81" fmla="*/ 88900 h 320675"/>
                  <a:gd name="connsiteX82" fmla="*/ 192089 w 333376"/>
                  <a:gd name="connsiteY82" fmla="*/ 112713 h 320675"/>
                  <a:gd name="connsiteX83" fmla="*/ 168276 w 333376"/>
                  <a:gd name="connsiteY83" fmla="*/ 136526 h 320675"/>
                  <a:gd name="connsiteX84" fmla="*/ 144463 w 333376"/>
                  <a:gd name="connsiteY84" fmla="*/ 112713 h 320675"/>
                  <a:gd name="connsiteX85" fmla="*/ 168276 w 333376"/>
                  <a:gd name="connsiteY85" fmla="*/ 88900 h 320675"/>
                  <a:gd name="connsiteX86" fmla="*/ 62177 w 333376"/>
                  <a:gd name="connsiteY86" fmla="*/ 88900 h 320675"/>
                  <a:gd name="connsiteX87" fmla="*/ 87313 w 333376"/>
                  <a:gd name="connsiteY87" fmla="*/ 161661 h 320675"/>
                  <a:gd name="connsiteX88" fmla="*/ 78052 w 333376"/>
                  <a:gd name="connsiteY88" fmla="*/ 170921 h 320675"/>
                  <a:gd name="connsiteX89" fmla="*/ 70115 w 333376"/>
                  <a:gd name="connsiteY89" fmla="*/ 161661 h 320675"/>
                  <a:gd name="connsiteX90" fmla="*/ 66146 w 333376"/>
                  <a:gd name="connsiteY90" fmla="*/ 129911 h 320675"/>
                  <a:gd name="connsiteX91" fmla="*/ 66146 w 333376"/>
                  <a:gd name="connsiteY91" fmla="*/ 159015 h 320675"/>
                  <a:gd name="connsiteX92" fmla="*/ 63500 w 333376"/>
                  <a:gd name="connsiteY92" fmla="*/ 170921 h 320675"/>
                  <a:gd name="connsiteX93" fmla="*/ 63500 w 333376"/>
                  <a:gd name="connsiteY93" fmla="*/ 246328 h 320675"/>
                  <a:gd name="connsiteX94" fmla="*/ 54240 w 333376"/>
                  <a:gd name="connsiteY94" fmla="*/ 255588 h 320675"/>
                  <a:gd name="connsiteX95" fmla="*/ 44979 w 333376"/>
                  <a:gd name="connsiteY95" fmla="*/ 246328 h 320675"/>
                  <a:gd name="connsiteX96" fmla="*/ 43656 w 333376"/>
                  <a:gd name="connsiteY96" fmla="*/ 246328 h 320675"/>
                  <a:gd name="connsiteX97" fmla="*/ 34396 w 333376"/>
                  <a:gd name="connsiteY97" fmla="*/ 255588 h 320675"/>
                  <a:gd name="connsiteX98" fmla="*/ 25135 w 333376"/>
                  <a:gd name="connsiteY98" fmla="*/ 246328 h 320675"/>
                  <a:gd name="connsiteX99" fmla="*/ 25135 w 333376"/>
                  <a:gd name="connsiteY99" fmla="*/ 172244 h 320675"/>
                  <a:gd name="connsiteX100" fmla="*/ 21167 w 333376"/>
                  <a:gd name="connsiteY100" fmla="*/ 160338 h 320675"/>
                  <a:gd name="connsiteX101" fmla="*/ 21167 w 333376"/>
                  <a:gd name="connsiteY101" fmla="*/ 131234 h 320675"/>
                  <a:gd name="connsiteX102" fmla="*/ 18521 w 333376"/>
                  <a:gd name="connsiteY102" fmla="*/ 164307 h 320675"/>
                  <a:gd name="connsiteX103" fmla="*/ 9260 w 333376"/>
                  <a:gd name="connsiteY103" fmla="*/ 172244 h 320675"/>
                  <a:gd name="connsiteX104" fmla="*/ 0 w 333376"/>
                  <a:gd name="connsiteY104" fmla="*/ 164307 h 320675"/>
                  <a:gd name="connsiteX105" fmla="*/ 25135 w 333376"/>
                  <a:gd name="connsiteY105" fmla="*/ 91546 h 320675"/>
                  <a:gd name="connsiteX106" fmla="*/ 43656 w 333376"/>
                  <a:gd name="connsiteY106" fmla="*/ 115359 h 320675"/>
                  <a:gd name="connsiteX107" fmla="*/ 62177 w 333376"/>
                  <a:gd name="connsiteY107" fmla="*/ 88900 h 320675"/>
                  <a:gd name="connsiteX108" fmla="*/ 290362 w 333376"/>
                  <a:gd name="connsiteY108" fmla="*/ 80962 h 320675"/>
                  <a:gd name="connsiteX109" fmla="*/ 295502 w 333376"/>
                  <a:gd name="connsiteY109" fmla="*/ 83784 h 320675"/>
                  <a:gd name="connsiteX110" fmla="*/ 300643 w 333376"/>
                  <a:gd name="connsiteY110" fmla="*/ 82373 h 320675"/>
                  <a:gd name="connsiteX111" fmla="*/ 303213 w 333376"/>
                  <a:gd name="connsiteY111" fmla="*/ 82373 h 320675"/>
                  <a:gd name="connsiteX112" fmla="*/ 303213 w 333376"/>
                  <a:gd name="connsiteY112" fmla="*/ 83784 h 320675"/>
                  <a:gd name="connsiteX113" fmla="*/ 303213 w 333376"/>
                  <a:gd name="connsiteY113" fmla="*/ 90840 h 320675"/>
                  <a:gd name="connsiteX114" fmla="*/ 303213 w 333376"/>
                  <a:gd name="connsiteY114" fmla="*/ 93662 h 320675"/>
                  <a:gd name="connsiteX115" fmla="*/ 300643 w 333376"/>
                  <a:gd name="connsiteY115" fmla="*/ 93662 h 320675"/>
                  <a:gd name="connsiteX116" fmla="*/ 294217 w 333376"/>
                  <a:gd name="connsiteY116" fmla="*/ 92251 h 320675"/>
                  <a:gd name="connsiteX117" fmla="*/ 290362 w 333376"/>
                  <a:gd name="connsiteY117" fmla="*/ 93662 h 320675"/>
                  <a:gd name="connsiteX118" fmla="*/ 285221 w 333376"/>
                  <a:gd name="connsiteY118" fmla="*/ 92251 h 320675"/>
                  <a:gd name="connsiteX119" fmla="*/ 278795 w 333376"/>
                  <a:gd name="connsiteY119" fmla="*/ 93662 h 320675"/>
                  <a:gd name="connsiteX120" fmla="*/ 277510 w 333376"/>
                  <a:gd name="connsiteY120" fmla="*/ 93662 h 320675"/>
                  <a:gd name="connsiteX121" fmla="*/ 276225 w 333376"/>
                  <a:gd name="connsiteY121" fmla="*/ 90840 h 320675"/>
                  <a:gd name="connsiteX122" fmla="*/ 276225 w 333376"/>
                  <a:gd name="connsiteY122" fmla="*/ 83784 h 320675"/>
                  <a:gd name="connsiteX123" fmla="*/ 277510 w 333376"/>
                  <a:gd name="connsiteY123" fmla="*/ 82373 h 320675"/>
                  <a:gd name="connsiteX124" fmla="*/ 278795 w 333376"/>
                  <a:gd name="connsiteY124" fmla="*/ 82373 h 320675"/>
                  <a:gd name="connsiteX125" fmla="*/ 283936 w 333376"/>
                  <a:gd name="connsiteY125" fmla="*/ 83784 h 320675"/>
                  <a:gd name="connsiteX126" fmla="*/ 290362 w 333376"/>
                  <a:gd name="connsiteY126" fmla="*/ 80962 h 320675"/>
                  <a:gd name="connsiteX127" fmla="*/ 43656 w 333376"/>
                  <a:gd name="connsiteY127" fmla="*/ 80962 h 320675"/>
                  <a:gd name="connsiteX128" fmla="*/ 49141 w 333376"/>
                  <a:gd name="connsiteY128" fmla="*/ 83820 h 320675"/>
                  <a:gd name="connsiteX129" fmla="*/ 54625 w 333376"/>
                  <a:gd name="connsiteY129" fmla="*/ 82391 h 320675"/>
                  <a:gd name="connsiteX130" fmla="*/ 57367 w 333376"/>
                  <a:gd name="connsiteY130" fmla="*/ 82391 h 320675"/>
                  <a:gd name="connsiteX131" fmla="*/ 58738 w 333376"/>
                  <a:gd name="connsiteY131" fmla="*/ 83820 h 320675"/>
                  <a:gd name="connsiteX132" fmla="*/ 58738 w 333376"/>
                  <a:gd name="connsiteY132" fmla="*/ 90964 h 320675"/>
                  <a:gd name="connsiteX133" fmla="*/ 57367 w 333376"/>
                  <a:gd name="connsiteY133" fmla="*/ 93821 h 320675"/>
                  <a:gd name="connsiteX134" fmla="*/ 55996 w 333376"/>
                  <a:gd name="connsiteY134" fmla="*/ 93821 h 320675"/>
                  <a:gd name="connsiteX135" fmla="*/ 49141 w 333376"/>
                  <a:gd name="connsiteY135" fmla="*/ 92393 h 320675"/>
                  <a:gd name="connsiteX136" fmla="*/ 43656 w 333376"/>
                  <a:gd name="connsiteY136" fmla="*/ 95250 h 320675"/>
                  <a:gd name="connsiteX137" fmla="*/ 39543 w 333376"/>
                  <a:gd name="connsiteY137" fmla="*/ 92393 h 320675"/>
                  <a:gd name="connsiteX138" fmla="*/ 32688 w 333376"/>
                  <a:gd name="connsiteY138" fmla="*/ 93821 h 320675"/>
                  <a:gd name="connsiteX139" fmla="*/ 29946 w 333376"/>
                  <a:gd name="connsiteY139" fmla="*/ 93821 h 320675"/>
                  <a:gd name="connsiteX140" fmla="*/ 28575 w 333376"/>
                  <a:gd name="connsiteY140" fmla="*/ 90964 h 320675"/>
                  <a:gd name="connsiteX141" fmla="*/ 28575 w 333376"/>
                  <a:gd name="connsiteY141" fmla="*/ 83820 h 320675"/>
                  <a:gd name="connsiteX142" fmla="*/ 29946 w 333376"/>
                  <a:gd name="connsiteY142" fmla="*/ 82391 h 320675"/>
                  <a:gd name="connsiteX143" fmla="*/ 32688 w 333376"/>
                  <a:gd name="connsiteY143" fmla="*/ 82391 h 320675"/>
                  <a:gd name="connsiteX144" fmla="*/ 38172 w 333376"/>
                  <a:gd name="connsiteY144" fmla="*/ 83820 h 320675"/>
                  <a:gd name="connsiteX145" fmla="*/ 43656 w 333376"/>
                  <a:gd name="connsiteY145" fmla="*/ 80962 h 320675"/>
                  <a:gd name="connsiteX146" fmla="*/ 288925 w 333376"/>
                  <a:gd name="connsiteY146" fmla="*/ 34925 h 320675"/>
                  <a:gd name="connsiteX147" fmla="*/ 311150 w 333376"/>
                  <a:gd name="connsiteY147" fmla="*/ 57150 h 320675"/>
                  <a:gd name="connsiteX148" fmla="*/ 288925 w 333376"/>
                  <a:gd name="connsiteY148" fmla="*/ 79375 h 320675"/>
                  <a:gd name="connsiteX149" fmla="*/ 266700 w 333376"/>
                  <a:gd name="connsiteY149" fmla="*/ 57150 h 320675"/>
                  <a:gd name="connsiteX150" fmla="*/ 288925 w 333376"/>
                  <a:gd name="connsiteY150" fmla="*/ 34925 h 320675"/>
                  <a:gd name="connsiteX151" fmla="*/ 44450 w 333376"/>
                  <a:gd name="connsiteY151" fmla="*/ 34925 h 320675"/>
                  <a:gd name="connsiteX152" fmla="*/ 66675 w 333376"/>
                  <a:gd name="connsiteY152" fmla="*/ 57150 h 320675"/>
                  <a:gd name="connsiteX153" fmla="*/ 44450 w 333376"/>
                  <a:gd name="connsiteY153" fmla="*/ 79375 h 320675"/>
                  <a:gd name="connsiteX154" fmla="*/ 22225 w 333376"/>
                  <a:gd name="connsiteY154" fmla="*/ 57150 h 320675"/>
                  <a:gd name="connsiteX155" fmla="*/ 44450 w 333376"/>
                  <a:gd name="connsiteY155" fmla="*/ 34925 h 320675"/>
                  <a:gd name="connsiteX156" fmla="*/ 177842 w 333376"/>
                  <a:gd name="connsiteY156" fmla="*/ 30162 h 320675"/>
                  <a:gd name="connsiteX157" fmla="*/ 192088 w 333376"/>
                  <a:gd name="connsiteY157" fmla="*/ 72289 h 320675"/>
                  <a:gd name="connsiteX158" fmla="*/ 186908 w 333376"/>
                  <a:gd name="connsiteY158" fmla="*/ 77555 h 320675"/>
                  <a:gd name="connsiteX159" fmla="*/ 181727 w 333376"/>
                  <a:gd name="connsiteY159" fmla="*/ 72289 h 320675"/>
                  <a:gd name="connsiteX160" fmla="*/ 180432 w 333376"/>
                  <a:gd name="connsiteY160" fmla="*/ 53859 h 320675"/>
                  <a:gd name="connsiteX161" fmla="*/ 180432 w 333376"/>
                  <a:gd name="connsiteY161" fmla="*/ 70973 h 320675"/>
                  <a:gd name="connsiteX162" fmla="*/ 179137 w 333376"/>
                  <a:gd name="connsiteY162" fmla="*/ 77555 h 320675"/>
                  <a:gd name="connsiteX163" fmla="*/ 179137 w 333376"/>
                  <a:gd name="connsiteY163" fmla="*/ 82821 h 320675"/>
                  <a:gd name="connsiteX164" fmla="*/ 157121 w 333376"/>
                  <a:gd name="connsiteY164" fmla="*/ 84137 h 320675"/>
                  <a:gd name="connsiteX165" fmla="*/ 157121 w 333376"/>
                  <a:gd name="connsiteY165" fmla="*/ 78871 h 320675"/>
                  <a:gd name="connsiteX166" fmla="*/ 155826 w 333376"/>
                  <a:gd name="connsiteY166" fmla="*/ 72289 h 320675"/>
                  <a:gd name="connsiteX167" fmla="*/ 155826 w 333376"/>
                  <a:gd name="connsiteY167" fmla="*/ 55175 h 320675"/>
                  <a:gd name="connsiteX168" fmla="*/ 153236 w 333376"/>
                  <a:gd name="connsiteY168" fmla="*/ 73606 h 320675"/>
                  <a:gd name="connsiteX169" fmla="*/ 148055 w 333376"/>
                  <a:gd name="connsiteY169" fmla="*/ 78871 h 320675"/>
                  <a:gd name="connsiteX170" fmla="*/ 142875 w 333376"/>
                  <a:gd name="connsiteY170" fmla="*/ 73606 h 320675"/>
                  <a:gd name="connsiteX171" fmla="*/ 157121 w 333376"/>
                  <a:gd name="connsiteY171" fmla="*/ 31479 h 320675"/>
                  <a:gd name="connsiteX172" fmla="*/ 167481 w 333376"/>
                  <a:gd name="connsiteY172" fmla="*/ 45960 h 320675"/>
                  <a:gd name="connsiteX173" fmla="*/ 168777 w 333376"/>
                  <a:gd name="connsiteY173" fmla="*/ 43985 h 320675"/>
                  <a:gd name="connsiteX174" fmla="*/ 175759 w 333376"/>
                  <a:gd name="connsiteY174" fmla="*/ 33338 h 320675"/>
                  <a:gd name="connsiteX175" fmla="*/ 176458 w 333376"/>
                  <a:gd name="connsiteY175" fmla="*/ 33338 h 320675"/>
                  <a:gd name="connsiteX176" fmla="*/ 177801 w 333376"/>
                  <a:gd name="connsiteY176" fmla="*/ 31751 h 320675"/>
                  <a:gd name="connsiteX177" fmla="*/ 177801 w 333376"/>
                  <a:gd name="connsiteY177" fmla="*/ 30225 h 320675"/>
                  <a:gd name="connsiteX178" fmla="*/ 208481 w 333376"/>
                  <a:gd name="connsiteY178" fmla="*/ 25427 h 320675"/>
                  <a:gd name="connsiteX179" fmla="*/ 216581 w 333376"/>
                  <a:gd name="connsiteY179" fmla="*/ 27689 h 320675"/>
                  <a:gd name="connsiteX180" fmla="*/ 256754 w 333376"/>
                  <a:gd name="connsiteY180" fmla="*/ 61285 h 320675"/>
                  <a:gd name="connsiteX181" fmla="*/ 258050 w 333376"/>
                  <a:gd name="connsiteY181" fmla="*/ 75499 h 320675"/>
                  <a:gd name="connsiteX182" fmla="*/ 250275 w 333376"/>
                  <a:gd name="connsiteY182" fmla="*/ 79375 h 320675"/>
                  <a:gd name="connsiteX183" fmla="*/ 243795 w 333376"/>
                  <a:gd name="connsiteY183" fmla="*/ 76791 h 320675"/>
                  <a:gd name="connsiteX184" fmla="*/ 203622 w 333376"/>
                  <a:gd name="connsiteY184" fmla="*/ 43195 h 320675"/>
                  <a:gd name="connsiteX185" fmla="*/ 202326 w 333376"/>
                  <a:gd name="connsiteY185" fmla="*/ 28981 h 320675"/>
                  <a:gd name="connsiteX186" fmla="*/ 208481 w 333376"/>
                  <a:gd name="connsiteY186" fmla="*/ 25427 h 320675"/>
                  <a:gd name="connsiteX187" fmla="*/ 127584 w 333376"/>
                  <a:gd name="connsiteY187" fmla="*/ 25427 h 320675"/>
                  <a:gd name="connsiteX188" fmla="*/ 134225 w 333376"/>
                  <a:gd name="connsiteY188" fmla="*/ 28981 h 320675"/>
                  <a:gd name="connsiteX189" fmla="*/ 132929 w 333376"/>
                  <a:gd name="connsiteY189" fmla="*/ 43195 h 320675"/>
                  <a:gd name="connsiteX190" fmla="*/ 92756 w 333376"/>
                  <a:gd name="connsiteY190" fmla="*/ 76791 h 320675"/>
                  <a:gd name="connsiteX191" fmla="*/ 86276 w 333376"/>
                  <a:gd name="connsiteY191" fmla="*/ 79375 h 320675"/>
                  <a:gd name="connsiteX192" fmla="*/ 78501 w 333376"/>
                  <a:gd name="connsiteY192" fmla="*/ 75499 h 320675"/>
                  <a:gd name="connsiteX193" fmla="*/ 79797 w 333376"/>
                  <a:gd name="connsiteY193" fmla="*/ 61285 h 320675"/>
                  <a:gd name="connsiteX194" fmla="*/ 119970 w 333376"/>
                  <a:gd name="connsiteY194" fmla="*/ 27689 h 320675"/>
                  <a:gd name="connsiteX195" fmla="*/ 127584 w 333376"/>
                  <a:gd name="connsiteY195" fmla="*/ 25427 h 320675"/>
                  <a:gd name="connsiteX196" fmla="*/ 161681 w 333376"/>
                  <a:gd name="connsiteY196" fmla="*/ 25400 h 320675"/>
                  <a:gd name="connsiteX197" fmla="*/ 163025 w 333376"/>
                  <a:gd name="connsiteY197" fmla="*/ 25400 h 320675"/>
                  <a:gd name="connsiteX198" fmla="*/ 165711 w 333376"/>
                  <a:gd name="connsiteY198" fmla="*/ 26988 h 320675"/>
                  <a:gd name="connsiteX199" fmla="*/ 168398 w 333376"/>
                  <a:gd name="connsiteY199" fmla="*/ 25400 h 320675"/>
                  <a:gd name="connsiteX200" fmla="*/ 172428 w 333376"/>
                  <a:gd name="connsiteY200" fmla="*/ 26988 h 320675"/>
                  <a:gd name="connsiteX201" fmla="*/ 175114 w 333376"/>
                  <a:gd name="connsiteY201" fmla="*/ 25400 h 320675"/>
                  <a:gd name="connsiteX202" fmla="*/ 176458 w 333376"/>
                  <a:gd name="connsiteY202" fmla="*/ 25400 h 320675"/>
                  <a:gd name="connsiteX203" fmla="*/ 177801 w 333376"/>
                  <a:gd name="connsiteY203" fmla="*/ 26988 h 320675"/>
                  <a:gd name="connsiteX204" fmla="*/ 177801 w 333376"/>
                  <a:gd name="connsiteY204" fmla="*/ 30225 h 320675"/>
                  <a:gd name="connsiteX205" fmla="*/ 175759 w 333376"/>
                  <a:gd name="connsiteY205" fmla="*/ 33338 h 320675"/>
                  <a:gd name="connsiteX206" fmla="*/ 175114 w 333376"/>
                  <a:gd name="connsiteY206" fmla="*/ 33338 h 320675"/>
                  <a:gd name="connsiteX207" fmla="*/ 171084 w 333376"/>
                  <a:gd name="connsiteY207" fmla="*/ 31751 h 320675"/>
                  <a:gd name="connsiteX208" fmla="*/ 168398 w 333376"/>
                  <a:gd name="connsiteY208" fmla="*/ 33338 h 320675"/>
                  <a:gd name="connsiteX209" fmla="*/ 165711 w 333376"/>
                  <a:gd name="connsiteY209" fmla="*/ 31751 h 320675"/>
                  <a:gd name="connsiteX210" fmla="*/ 163025 w 333376"/>
                  <a:gd name="connsiteY210" fmla="*/ 33338 h 320675"/>
                  <a:gd name="connsiteX211" fmla="*/ 161681 w 333376"/>
                  <a:gd name="connsiteY211" fmla="*/ 33338 h 320675"/>
                  <a:gd name="connsiteX212" fmla="*/ 160338 w 333376"/>
                  <a:gd name="connsiteY212" fmla="*/ 31751 h 320675"/>
                  <a:gd name="connsiteX213" fmla="*/ 160338 w 333376"/>
                  <a:gd name="connsiteY213" fmla="*/ 26988 h 320675"/>
                  <a:gd name="connsiteX214" fmla="*/ 161681 w 333376"/>
                  <a:gd name="connsiteY214" fmla="*/ 25400 h 320675"/>
                  <a:gd name="connsiteX215" fmla="*/ 167482 w 333376"/>
                  <a:gd name="connsiteY215" fmla="*/ 0 h 320675"/>
                  <a:gd name="connsiteX216" fmla="*/ 180976 w 333376"/>
                  <a:gd name="connsiteY216" fmla="*/ 12700 h 320675"/>
                  <a:gd name="connsiteX217" fmla="*/ 167482 w 333376"/>
                  <a:gd name="connsiteY217" fmla="*/ 25400 h 320675"/>
                  <a:gd name="connsiteX218" fmla="*/ 153988 w 333376"/>
                  <a:gd name="connsiteY218" fmla="*/ 12700 h 320675"/>
                  <a:gd name="connsiteX219" fmla="*/ 167482 w 333376"/>
                  <a:gd name="connsiteY219" fmla="*/ 0 h 32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333376" h="320675">
                    <a:moveTo>
                      <a:pt x="251409" y="227087"/>
                    </a:moveTo>
                    <a:cubicBezTo>
                      <a:pt x="253839" y="227419"/>
                      <a:pt x="256106" y="228748"/>
                      <a:pt x="258050" y="230742"/>
                    </a:cubicBezTo>
                    <a:cubicBezTo>
                      <a:pt x="261938" y="234729"/>
                      <a:pt x="260642" y="241374"/>
                      <a:pt x="256754" y="245361"/>
                    </a:cubicBezTo>
                    <a:cubicBezTo>
                      <a:pt x="256754" y="245361"/>
                      <a:pt x="256754" y="245361"/>
                      <a:pt x="216581" y="279917"/>
                    </a:cubicBezTo>
                    <a:cubicBezTo>
                      <a:pt x="213989" y="281246"/>
                      <a:pt x="211397" y="282575"/>
                      <a:pt x="210101" y="282575"/>
                    </a:cubicBezTo>
                    <a:cubicBezTo>
                      <a:pt x="206214" y="282575"/>
                      <a:pt x="203622" y="281246"/>
                      <a:pt x="202326" y="278588"/>
                    </a:cubicBezTo>
                    <a:cubicBezTo>
                      <a:pt x="198438" y="274601"/>
                      <a:pt x="198438" y="267955"/>
                      <a:pt x="203622" y="263968"/>
                    </a:cubicBezTo>
                    <a:cubicBezTo>
                      <a:pt x="203622" y="263968"/>
                      <a:pt x="203622" y="263968"/>
                      <a:pt x="243795" y="229412"/>
                    </a:cubicBezTo>
                    <a:cubicBezTo>
                      <a:pt x="246387" y="227419"/>
                      <a:pt x="248979" y="226754"/>
                      <a:pt x="251409" y="227087"/>
                    </a:cubicBezTo>
                    <a:close/>
                    <a:moveTo>
                      <a:pt x="85142" y="227087"/>
                    </a:moveTo>
                    <a:cubicBezTo>
                      <a:pt x="87572" y="226754"/>
                      <a:pt x="90164" y="227419"/>
                      <a:pt x="92756" y="229412"/>
                    </a:cubicBezTo>
                    <a:cubicBezTo>
                      <a:pt x="92756" y="229412"/>
                      <a:pt x="92756" y="229412"/>
                      <a:pt x="132929" y="263968"/>
                    </a:cubicBezTo>
                    <a:cubicBezTo>
                      <a:pt x="136817" y="267955"/>
                      <a:pt x="138113" y="274601"/>
                      <a:pt x="134225" y="278588"/>
                    </a:cubicBezTo>
                    <a:cubicBezTo>
                      <a:pt x="132929" y="281246"/>
                      <a:pt x="129042" y="282575"/>
                      <a:pt x="126450" y="282575"/>
                    </a:cubicBezTo>
                    <a:cubicBezTo>
                      <a:pt x="125154" y="282575"/>
                      <a:pt x="122562" y="281246"/>
                      <a:pt x="119970" y="279917"/>
                    </a:cubicBezTo>
                    <a:cubicBezTo>
                      <a:pt x="119970" y="279917"/>
                      <a:pt x="119970" y="279917"/>
                      <a:pt x="79797" y="245361"/>
                    </a:cubicBezTo>
                    <a:cubicBezTo>
                      <a:pt x="75909" y="241374"/>
                      <a:pt x="74613" y="234729"/>
                      <a:pt x="78501" y="230742"/>
                    </a:cubicBezTo>
                    <a:cubicBezTo>
                      <a:pt x="80445" y="228748"/>
                      <a:pt x="82712" y="227419"/>
                      <a:pt x="85142" y="227087"/>
                    </a:cubicBezTo>
                    <a:close/>
                    <a:moveTo>
                      <a:pt x="188006" y="147637"/>
                    </a:moveTo>
                    <a:cubicBezTo>
                      <a:pt x="198529" y="155503"/>
                      <a:pt x="214313" y="175166"/>
                      <a:pt x="214313" y="223669"/>
                    </a:cubicBezTo>
                    <a:cubicBezTo>
                      <a:pt x="214313" y="228913"/>
                      <a:pt x="210367" y="232845"/>
                      <a:pt x="205106" y="232845"/>
                    </a:cubicBezTo>
                    <a:cubicBezTo>
                      <a:pt x="199844" y="232845"/>
                      <a:pt x="195898" y="228913"/>
                      <a:pt x="195898" y="223669"/>
                    </a:cubicBezTo>
                    <a:cubicBezTo>
                      <a:pt x="195898" y="209249"/>
                      <a:pt x="194583" y="198762"/>
                      <a:pt x="191952" y="189586"/>
                    </a:cubicBezTo>
                    <a:cubicBezTo>
                      <a:pt x="191952" y="189586"/>
                      <a:pt x="191952" y="189586"/>
                      <a:pt x="191952" y="221047"/>
                    </a:cubicBezTo>
                    <a:cubicBezTo>
                      <a:pt x="191952" y="224980"/>
                      <a:pt x="190637" y="228913"/>
                      <a:pt x="188006" y="232845"/>
                    </a:cubicBezTo>
                    <a:cubicBezTo>
                      <a:pt x="188006" y="232845"/>
                      <a:pt x="188006" y="232845"/>
                      <a:pt x="188006" y="311499"/>
                    </a:cubicBezTo>
                    <a:cubicBezTo>
                      <a:pt x="188006" y="316743"/>
                      <a:pt x="184060" y="320675"/>
                      <a:pt x="178798" y="320675"/>
                    </a:cubicBezTo>
                    <a:cubicBezTo>
                      <a:pt x="173537" y="320675"/>
                      <a:pt x="169591" y="316743"/>
                      <a:pt x="169591" y="311499"/>
                    </a:cubicBezTo>
                    <a:cubicBezTo>
                      <a:pt x="169591" y="311499"/>
                      <a:pt x="169591" y="311499"/>
                      <a:pt x="168275" y="311499"/>
                    </a:cubicBezTo>
                    <a:cubicBezTo>
                      <a:pt x="168275" y="316743"/>
                      <a:pt x="164329" y="320675"/>
                      <a:pt x="159068" y="320675"/>
                    </a:cubicBezTo>
                    <a:cubicBezTo>
                      <a:pt x="153807" y="320675"/>
                      <a:pt x="148545" y="316743"/>
                      <a:pt x="148545" y="311499"/>
                    </a:cubicBezTo>
                    <a:cubicBezTo>
                      <a:pt x="148545" y="311499"/>
                      <a:pt x="148545" y="311499"/>
                      <a:pt x="148545" y="234156"/>
                    </a:cubicBezTo>
                    <a:cubicBezTo>
                      <a:pt x="147230" y="231534"/>
                      <a:pt x="145914" y="226291"/>
                      <a:pt x="145914" y="222358"/>
                    </a:cubicBezTo>
                    <a:cubicBezTo>
                      <a:pt x="145914" y="222358"/>
                      <a:pt x="145914" y="222358"/>
                      <a:pt x="145914" y="192208"/>
                    </a:cubicBezTo>
                    <a:cubicBezTo>
                      <a:pt x="143284" y="200073"/>
                      <a:pt x="141968" y="211871"/>
                      <a:pt x="141968" y="224980"/>
                    </a:cubicBezTo>
                    <a:cubicBezTo>
                      <a:pt x="141968" y="230224"/>
                      <a:pt x="138022" y="235467"/>
                      <a:pt x="132761" y="235467"/>
                    </a:cubicBezTo>
                    <a:cubicBezTo>
                      <a:pt x="127499" y="235467"/>
                      <a:pt x="123553" y="230224"/>
                      <a:pt x="123553" y="224980"/>
                    </a:cubicBezTo>
                    <a:cubicBezTo>
                      <a:pt x="122238" y="176477"/>
                      <a:pt x="138022" y="156814"/>
                      <a:pt x="149860" y="150259"/>
                    </a:cubicBezTo>
                    <a:cubicBezTo>
                      <a:pt x="149860" y="150259"/>
                      <a:pt x="149860" y="150259"/>
                      <a:pt x="168275" y="175166"/>
                    </a:cubicBezTo>
                    <a:cubicBezTo>
                      <a:pt x="168275" y="175166"/>
                      <a:pt x="168275" y="175166"/>
                      <a:pt x="188006" y="147637"/>
                    </a:cubicBezTo>
                    <a:close/>
                    <a:moveTo>
                      <a:pt x="168414" y="138112"/>
                    </a:moveTo>
                    <a:cubicBezTo>
                      <a:pt x="171037" y="138112"/>
                      <a:pt x="173659" y="139382"/>
                      <a:pt x="174971" y="141922"/>
                    </a:cubicBezTo>
                    <a:cubicBezTo>
                      <a:pt x="174971" y="141922"/>
                      <a:pt x="174971" y="141922"/>
                      <a:pt x="180217" y="139382"/>
                    </a:cubicBezTo>
                    <a:cubicBezTo>
                      <a:pt x="181528" y="139382"/>
                      <a:pt x="181528" y="139382"/>
                      <a:pt x="182840" y="139382"/>
                    </a:cubicBezTo>
                    <a:cubicBezTo>
                      <a:pt x="182840" y="140652"/>
                      <a:pt x="184151" y="140652"/>
                      <a:pt x="184151" y="141922"/>
                    </a:cubicBezTo>
                    <a:cubicBezTo>
                      <a:pt x="184151" y="141922"/>
                      <a:pt x="184151" y="141922"/>
                      <a:pt x="184151" y="148272"/>
                    </a:cubicBezTo>
                    <a:cubicBezTo>
                      <a:pt x="184151" y="149542"/>
                      <a:pt x="184151" y="150812"/>
                      <a:pt x="182840" y="150812"/>
                    </a:cubicBezTo>
                    <a:cubicBezTo>
                      <a:pt x="182840" y="150812"/>
                      <a:pt x="181528" y="150812"/>
                      <a:pt x="180217" y="150812"/>
                    </a:cubicBezTo>
                    <a:cubicBezTo>
                      <a:pt x="178905" y="150812"/>
                      <a:pt x="174971" y="149542"/>
                      <a:pt x="173659" y="149542"/>
                    </a:cubicBezTo>
                    <a:cubicBezTo>
                      <a:pt x="172348" y="150812"/>
                      <a:pt x="171037" y="150812"/>
                      <a:pt x="169725" y="150812"/>
                    </a:cubicBezTo>
                    <a:cubicBezTo>
                      <a:pt x="167102" y="150812"/>
                      <a:pt x="165791" y="150812"/>
                      <a:pt x="164479" y="149542"/>
                    </a:cubicBezTo>
                    <a:cubicBezTo>
                      <a:pt x="161857" y="149542"/>
                      <a:pt x="159234" y="150812"/>
                      <a:pt x="157922" y="150812"/>
                    </a:cubicBezTo>
                    <a:cubicBezTo>
                      <a:pt x="156611" y="150812"/>
                      <a:pt x="155299" y="150812"/>
                      <a:pt x="155299" y="150812"/>
                    </a:cubicBezTo>
                    <a:cubicBezTo>
                      <a:pt x="153988" y="149542"/>
                      <a:pt x="153988" y="149542"/>
                      <a:pt x="153988" y="148272"/>
                    </a:cubicBezTo>
                    <a:cubicBezTo>
                      <a:pt x="153988" y="148272"/>
                      <a:pt x="153988" y="148272"/>
                      <a:pt x="153988" y="141922"/>
                    </a:cubicBezTo>
                    <a:cubicBezTo>
                      <a:pt x="153988" y="140652"/>
                      <a:pt x="153988" y="140652"/>
                      <a:pt x="155299" y="139382"/>
                    </a:cubicBezTo>
                    <a:cubicBezTo>
                      <a:pt x="156611" y="139382"/>
                      <a:pt x="156611" y="139382"/>
                      <a:pt x="157922" y="139382"/>
                    </a:cubicBezTo>
                    <a:cubicBezTo>
                      <a:pt x="157922" y="139382"/>
                      <a:pt x="157922" y="139382"/>
                      <a:pt x="163168" y="141922"/>
                    </a:cubicBezTo>
                    <a:cubicBezTo>
                      <a:pt x="164479" y="139382"/>
                      <a:pt x="167102" y="138112"/>
                      <a:pt x="168414" y="138112"/>
                    </a:cubicBezTo>
                    <a:close/>
                    <a:moveTo>
                      <a:pt x="307312" y="88900"/>
                    </a:moveTo>
                    <a:cubicBezTo>
                      <a:pt x="317738" y="96838"/>
                      <a:pt x="333376" y="115359"/>
                      <a:pt x="333376" y="161661"/>
                    </a:cubicBezTo>
                    <a:cubicBezTo>
                      <a:pt x="333376" y="166953"/>
                      <a:pt x="328163" y="170921"/>
                      <a:pt x="324254" y="170921"/>
                    </a:cubicBezTo>
                    <a:cubicBezTo>
                      <a:pt x="319041" y="170921"/>
                      <a:pt x="315132" y="166953"/>
                      <a:pt x="315132" y="161661"/>
                    </a:cubicBezTo>
                    <a:cubicBezTo>
                      <a:pt x="315132" y="148432"/>
                      <a:pt x="313828" y="137848"/>
                      <a:pt x="311222" y="129911"/>
                    </a:cubicBezTo>
                    <a:cubicBezTo>
                      <a:pt x="311222" y="129911"/>
                      <a:pt x="311222" y="129911"/>
                      <a:pt x="311222" y="159015"/>
                    </a:cubicBezTo>
                    <a:cubicBezTo>
                      <a:pt x="311222" y="162984"/>
                      <a:pt x="309919" y="166953"/>
                      <a:pt x="308616" y="170921"/>
                    </a:cubicBezTo>
                    <a:cubicBezTo>
                      <a:pt x="308616" y="170921"/>
                      <a:pt x="308616" y="170921"/>
                      <a:pt x="308616" y="246328"/>
                    </a:cubicBezTo>
                    <a:cubicBezTo>
                      <a:pt x="308616" y="251619"/>
                      <a:pt x="304706" y="255588"/>
                      <a:pt x="299493" y="255588"/>
                    </a:cubicBezTo>
                    <a:cubicBezTo>
                      <a:pt x="294281" y="255588"/>
                      <a:pt x="290371" y="251619"/>
                      <a:pt x="290371" y="246328"/>
                    </a:cubicBezTo>
                    <a:cubicBezTo>
                      <a:pt x="290371" y="246328"/>
                      <a:pt x="290371" y="246328"/>
                      <a:pt x="289068" y="246328"/>
                    </a:cubicBezTo>
                    <a:cubicBezTo>
                      <a:pt x="289068" y="251619"/>
                      <a:pt x="285158" y="255588"/>
                      <a:pt x="279946" y="255588"/>
                    </a:cubicBezTo>
                    <a:cubicBezTo>
                      <a:pt x="274733" y="255588"/>
                      <a:pt x="270823" y="251619"/>
                      <a:pt x="270823" y="246328"/>
                    </a:cubicBezTo>
                    <a:cubicBezTo>
                      <a:pt x="270823" y="246328"/>
                      <a:pt x="270823" y="246328"/>
                      <a:pt x="270823" y="172244"/>
                    </a:cubicBezTo>
                    <a:cubicBezTo>
                      <a:pt x="269520" y="169598"/>
                      <a:pt x="268217" y="165630"/>
                      <a:pt x="268217" y="160338"/>
                    </a:cubicBezTo>
                    <a:cubicBezTo>
                      <a:pt x="268217" y="160338"/>
                      <a:pt x="268217" y="160338"/>
                      <a:pt x="268217" y="131234"/>
                    </a:cubicBezTo>
                    <a:cubicBezTo>
                      <a:pt x="264308" y="139171"/>
                      <a:pt x="264308" y="149755"/>
                      <a:pt x="264308" y="164307"/>
                    </a:cubicBezTo>
                    <a:cubicBezTo>
                      <a:pt x="264308" y="168275"/>
                      <a:pt x="260398" y="172244"/>
                      <a:pt x="255185" y="172244"/>
                    </a:cubicBezTo>
                    <a:cubicBezTo>
                      <a:pt x="249973" y="172244"/>
                      <a:pt x="246063" y="168275"/>
                      <a:pt x="246063" y="164307"/>
                    </a:cubicBezTo>
                    <a:cubicBezTo>
                      <a:pt x="246063" y="116682"/>
                      <a:pt x="261701" y="98161"/>
                      <a:pt x="272127" y="91546"/>
                    </a:cubicBezTo>
                    <a:cubicBezTo>
                      <a:pt x="272127" y="91546"/>
                      <a:pt x="272127" y="91546"/>
                      <a:pt x="289068" y="115359"/>
                    </a:cubicBezTo>
                    <a:cubicBezTo>
                      <a:pt x="289068" y="115359"/>
                      <a:pt x="289068" y="115359"/>
                      <a:pt x="307312" y="88900"/>
                    </a:cubicBezTo>
                    <a:close/>
                    <a:moveTo>
                      <a:pt x="168276" y="88900"/>
                    </a:moveTo>
                    <a:cubicBezTo>
                      <a:pt x="181428" y="88900"/>
                      <a:pt x="192089" y="99561"/>
                      <a:pt x="192089" y="112713"/>
                    </a:cubicBezTo>
                    <a:cubicBezTo>
                      <a:pt x="192089" y="125865"/>
                      <a:pt x="181428" y="136526"/>
                      <a:pt x="168276" y="136526"/>
                    </a:cubicBezTo>
                    <a:cubicBezTo>
                      <a:pt x="155124" y="136526"/>
                      <a:pt x="144463" y="125865"/>
                      <a:pt x="144463" y="112713"/>
                    </a:cubicBezTo>
                    <a:cubicBezTo>
                      <a:pt x="144463" y="99561"/>
                      <a:pt x="155124" y="88900"/>
                      <a:pt x="168276" y="88900"/>
                    </a:cubicBezTo>
                    <a:close/>
                    <a:moveTo>
                      <a:pt x="62177" y="88900"/>
                    </a:moveTo>
                    <a:cubicBezTo>
                      <a:pt x="72761" y="96838"/>
                      <a:pt x="87313" y="115359"/>
                      <a:pt x="87313" y="161661"/>
                    </a:cubicBezTo>
                    <a:cubicBezTo>
                      <a:pt x="87313" y="166953"/>
                      <a:pt x="83344" y="170921"/>
                      <a:pt x="78052" y="170921"/>
                    </a:cubicBezTo>
                    <a:cubicBezTo>
                      <a:pt x="74084" y="170921"/>
                      <a:pt x="70115" y="166953"/>
                      <a:pt x="70115" y="161661"/>
                    </a:cubicBezTo>
                    <a:cubicBezTo>
                      <a:pt x="70115" y="148432"/>
                      <a:pt x="68792" y="137848"/>
                      <a:pt x="66146" y="129911"/>
                    </a:cubicBezTo>
                    <a:cubicBezTo>
                      <a:pt x="66146" y="129911"/>
                      <a:pt x="66146" y="129911"/>
                      <a:pt x="66146" y="159015"/>
                    </a:cubicBezTo>
                    <a:cubicBezTo>
                      <a:pt x="66146" y="162984"/>
                      <a:pt x="64823" y="166953"/>
                      <a:pt x="63500" y="170921"/>
                    </a:cubicBezTo>
                    <a:cubicBezTo>
                      <a:pt x="63500" y="170921"/>
                      <a:pt x="63500" y="170921"/>
                      <a:pt x="63500" y="246328"/>
                    </a:cubicBezTo>
                    <a:cubicBezTo>
                      <a:pt x="63500" y="251619"/>
                      <a:pt x="58209" y="255588"/>
                      <a:pt x="54240" y="255588"/>
                    </a:cubicBezTo>
                    <a:cubicBezTo>
                      <a:pt x="48948" y="255588"/>
                      <a:pt x="44979" y="251619"/>
                      <a:pt x="44979" y="246328"/>
                    </a:cubicBezTo>
                    <a:cubicBezTo>
                      <a:pt x="44979" y="246328"/>
                      <a:pt x="44979" y="246328"/>
                      <a:pt x="43656" y="246328"/>
                    </a:cubicBezTo>
                    <a:cubicBezTo>
                      <a:pt x="43656" y="251619"/>
                      <a:pt x="39688" y="255588"/>
                      <a:pt x="34396" y="255588"/>
                    </a:cubicBezTo>
                    <a:cubicBezTo>
                      <a:pt x="29104" y="255588"/>
                      <a:pt x="25135" y="251619"/>
                      <a:pt x="25135" y="246328"/>
                    </a:cubicBezTo>
                    <a:cubicBezTo>
                      <a:pt x="25135" y="246328"/>
                      <a:pt x="25135" y="246328"/>
                      <a:pt x="25135" y="172244"/>
                    </a:cubicBezTo>
                    <a:cubicBezTo>
                      <a:pt x="23813" y="169598"/>
                      <a:pt x="21167" y="165630"/>
                      <a:pt x="21167" y="160338"/>
                    </a:cubicBezTo>
                    <a:cubicBezTo>
                      <a:pt x="21167" y="160338"/>
                      <a:pt x="21167" y="160338"/>
                      <a:pt x="21167" y="131234"/>
                    </a:cubicBezTo>
                    <a:cubicBezTo>
                      <a:pt x="18521" y="139171"/>
                      <a:pt x="18521" y="149755"/>
                      <a:pt x="18521" y="164307"/>
                    </a:cubicBezTo>
                    <a:cubicBezTo>
                      <a:pt x="18521" y="168275"/>
                      <a:pt x="14552" y="172244"/>
                      <a:pt x="9260" y="172244"/>
                    </a:cubicBezTo>
                    <a:cubicBezTo>
                      <a:pt x="3969" y="172244"/>
                      <a:pt x="0" y="168275"/>
                      <a:pt x="0" y="164307"/>
                    </a:cubicBezTo>
                    <a:cubicBezTo>
                      <a:pt x="0" y="116682"/>
                      <a:pt x="14552" y="98161"/>
                      <a:pt x="25135" y="91546"/>
                    </a:cubicBezTo>
                    <a:cubicBezTo>
                      <a:pt x="25135" y="91546"/>
                      <a:pt x="25135" y="91546"/>
                      <a:pt x="43656" y="115359"/>
                    </a:cubicBezTo>
                    <a:cubicBezTo>
                      <a:pt x="43656" y="115359"/>
                      <a:pt x="43656" y="115359"/>
                      <a:pt x="62177" y="88900"/>
                    </a:cubicBezTo>
                    <a:close/>
                    <a:moveTo>
                      <a:pt x="290362" y="80962"/>
                    </a:moveTo>
                    <a:cubicBezTo>
                      <a:pt x="291647" y="80962"/>
                      <a:pt x="294217" y="82373"/>
                      <a:pt x="295502" y="83784"/>
                    </a:cubicBezTo>
                    <a:cubicBezTo>
                      <a:pt x="295502" y="83784"/>
                      <a:pt x="295502" y="83784"/>
                      <a:pt x="300643" y="82373"/>
                    </a:cubicBezTo>
                    <a:cubicBezTo>
                      <a:pt x="300643" y="80962"/>
                      <a:pt x="301928" y="80962"/>
                      <a:pt x="303213" y="82373"/>
                    </a:cubicBezTo>
                    <a:cubicBezTo>
                      <a:pt x="303213" y="82373"/>
                      <a:pt x="303213" y="83784"/>
                      <a:pt x="303213" y="83784"/>
                    </a:cubicBezTo>
                    <a:cubicBezTo>
                      <a:pt x="303213" y="83784"/>
                      <a:pt x="303213" y="83784"/>
                      <a:pt x="303213" y="90840"/>
                    </a:cubicBezTo>
                    <a:cubicBezTo>
                      <a:pt x="303213" y="92251"/>
                      <a:pt x="303213" y="93662"/>
                      <a:pt x="303213" y="93662"/>
                    </a:cubicBezTo>
                    <a:cubicBezTo>
                      <a:pt x="301928" y="93662"/>
                      <a:pt x="300643" y="93662"/>
                      <a:pt x="300643" y="93662"/>
                    </a:cubicBezTo>
                    <a:cubicBezTo>
                      <a:pt x="298072" y="93662"/>
                      <a:pt x="295502" y="92251"/>
                      <a:pt x="294217" y="92251"/>
                    </a:cubicBezTo>
                    <a:cubicBezTo>
                      <a:pt x="292932" y="93662"/>
                      <a:pt x="291647" y="93662"/>
                      <a:pt x="290362" y="93662"/>
                    </a:cubicBezTo>
                    <a:cubicBezTo>
                      <a:pt x="287791" y="93662"/>
                      <a:pt x="286506" y="93662"/>
                      <a:pt x="285221" y="92251"/>
                    </a:cubicBezTo>
                    <a:cubicBezTo>
                      <a:pt x="283936" y="92251"/>
                      <a:pt x="281366" y="93662"/>
                      <a:pt x="278795" y="93662"/>
                    </a:cubicBezTo>
                    <a:cubicBezTo>
                      <a:pt x="278795" y="93662"/>
                      <a:pt x="277510" y="93662"/>
                      <a:pt x="277510" y="93662"/>
                    </a:cubicBezTo>
                    <a:cubicBezTo>
                      <a:pt x="276225" y="92251"/>
                      <a:pt x="276225" y="92251"/>
                      <a:pt x="276225" y="90840"/>
                    </a:cubicBezTo>
                    <a:cubicBezTo>
                      <a:pt x="276225" y="90840"/>
                      <a:pt x="276225" y="90840"/>
                      <a:pt x="276225" y="83784"/>
                    </a:cubicBezTo>
                    <a:cubicBezTo>
                      <a:pt x="276225" y="83784"/>
                      <a:pt x="276225" y="82373"/>
                      <a:pt x="277510" y="82373"/>
                    </a:cubicBezTo>
                    <a:cubicBezTo>
                      <a:pt x="277510" y="80962"/>
                      <a:pt x="278795" y="80962"/>
                      <a:pt x="278795" y="82373"/>
                    </a:cubicBezTo>
                    <a:cubicBezTo>
                      <a:pt x="278795" y="82373"/>
                      <a:pt x="278795" y="82373"/>
                      <a:pt x="283936" y="83784"/>
                    </a:cubicBezTo>
                    <a:cubicBezTo>
                      <a:pt x="285221" y="82373"/>
                      <a:pt x="287791" y="80962"/>
                      <a:pt x="290362" y="80962"/>
                    </a:cubicBezTo>
                    <a:close/>
                    <a:moveTo>
                      <a:pt x="43656" y="80962"/>
                    </a:moveTo>
                    <a:cubicBezTo>
                      <a:pt x="46399" y="80962"/>
                      <a:pt x="49141" y="82391"/>
                      <a:pt x="49141" y="83820"/>
                    </a:cubicBezTo>
                    <a:cubicBezTo>
                      <a:pt x="49141" y="83820"/>
                      <a:pt x="49141" y="83820"/>
                      <a:pt x="54625" y="82391"/>
                    </a:cubicBezTo>
                    <a:cubicBezTo>
                      <a:pt x="55996" y="80962"/>
                      <a:pt x="57367" y="80962"/>
                      <a:pt x="57367" y="82391"/>
                    </a:cubicBezTo>
                    <a:cubicBezTo>
                      <a:pt x="58738" y="82391"/>
                      <a:pt x="58738" y="83820"/>
                      <a:pt x="58738" y="83820"/>
                    </a:cubicBezTo>
                    <a:cubicBezTo>
                      <a:pt x="58738" y="83820"/>
                      <a:pt x="58738" y="83820"/>
                      <a:pt x="58738" y="90964"/>
                    </a:cubicBezTo>
                    <a:cubicBezTo>
                      <a:pt x="58738" y="92393"/>
                      <a:pt x="58738" y="93821"/>
                      <a:pt x="57367" y="93821"/>
                    </a:cubicBezTo>
                    <a:cubicBezTo>
                      <a:pt x="57367" y="93821"/>
                      <a:pt x="55996" y="93821"/>
                      <a:pt x="55996" y="93821"/>
                    </a:cubicBezTo>
                    <a:cubicBezTo>
                      <a:pt x="53254" y="93821"/>
                      <a:pt x="50512" y="92393"/>
                      <a:pt x="49141" y="92393"/>
                    </a:cubicBezTo>
                    <a:cubicBezTo>
                      <a:pt x="47770" y="93821"/>
                      <a:pt x="46399" y="95250"/>
                      <a:pt x="43656" y="95250"/>
                    </a:cubicBezTo>
                    <a:cubicBezTo>
                      <a:pt x="42285" y="95250"/>
                      <a:pt x="39543" y="93821"/>
                      <a:pt x="39543" y="92393"/>
                    </a:cubicBezTo>
                    <a:cubicBezTo>
                      <a:pt x="36801" y="92393"/>
                      <a:pt x="35430" y="93821"/>
                      <a:pt x="32688" y="93821"/>
                    </a:cubicBezTo>
                    <a:cubicBezTo>
                      <a:pt x="31317" y="93821"/>
                      <a:pt x="31317" y="93821"/>
                      <a:pt x="29946" y="93821"/>
                    </a:cubicBezTo>
                    <a:cubicBezTo>
                      <a:pt x="29946" y="93821"/>
                      <a:pt x="28575" y="92393"/>
                      <a:pt x="28575" y="90964"/>
                    </a:cubicBezTo>
                    <a:cubicBezTo>
                      <a:pt x="28575" y="90964"/>
                      <a:pt x="28575" y="90964"/>
                      <a:pt x="28575" y="83820"/>
                    </a:cubicBezTo>
                    <a:cubicBezTo>
                      <a:pt x="28575" y="83820"/>
                      <a:pt x="29946" y="82391"/>
                      <a:pt x="29946" y="82391"/>
                    </a:cubicBezTo>
                    <a:cubicBezTo>
                      <a:pt x="31317" y="80962"/>
                      <a:pt x="32688" y="80962"/>
                      <a:pt x="32688" y="82391"/>
                    </a:cubicBezTo>
                    <a:cubicBezTo>
                      <a:pt x="32688" y="82391"/>
                      <a:pt x="32688" y="82391"/>
                      <a:pt x="38172" y="83820"/>
                    </a:cubicBezTo>
                    <a:cubicBezTo>
                      <a:pt x="39543" y="82391"/>
                      <a:pt x="42285" y="80962"/>
                      <a:pt x="43656" y="80962"/>
                    </a:cubicBezTo>
                    <a:close/>
                    <a:moveTo>
                      <a:pt x="288925" y="34925"/>
                    </a:moveTo>
                    <a:cubicBezTo>
                      <a:pt x="301200" y="34925"/>
                      <a:pt x="311150" y="44875"/>
                      <a:pt x="311150" y="57150"/>
                    </a:cubicBezTo>
                    <a:cubicBezTo>
                      <a:pt x="311150" y="69425"/>
                      <a:pt x="301200" y="79375"/>
                      <a:pt x="288925" y="79375"/>
                    </a:cubicBezTo>
                    <a:cubicBezTo>
                      <a:pt x="276650" y="79375"/>
                      <a:pt x="266700" y="69425"/>
                      <a:pt x="266700" y="57150"/>
                    </a:cubicBezTo>
                    <a:cubicBezTo>
                      <a:pt x="266700" y="44875"/>
                      <a:pt x="276650" y="34925"/>
                      <a:pt x="288925" y="34925"/>
                    </a:cubicBezTo>
                    <a:close/>
                    <a:moveTo>
                      <a:pt x="44450" y="34925"/>
                    </a:moveTo>
                    <a:cubicBezTo>
                      <a:pt x="56725" y="34925"/>
                      <a:pt x="66675" y="44875"/>
                      <a:pt x="66675" y="57150"/>
                    </a:cubicBezTo>
                    <a:cubicBezTo>
                      <a:pt x="66675" y="69425"/>
                      <a:pt x="56725" y="79375"/>
                      <a:pt x="44450" y="79375"/>
                    </a:cubicBezTo>
                    <a:cubicBezTo>
                      <a:pt x="32175" y="79375"/>
                      <a:pt x="22225" y="69425"/>
                      <a:pt x="22225" y="57150"/>
                    </a:cubicBezTo>
                    <a:cubicBezTo>
                      <a:pt x="22225" y="44875"/>
                      <a:pt x="32175" y="34925"/>
                      <a:pt x="44450" y="34925"/>
                    </a:cubicBezTo>
                    <a:close/>
                    <a:moveTo>
                      <a:pt x="177842" y="30162"/>
                    </a:moveTo>
                    <a:cubicBezTo>
                      <a:pt x="184317" y="35428"/>
                      <a:pt x="192088" y="45960"/>
                      <a:pt x="192088" y="72289"/>
                    </a:cubicBezTo>
                    <a:cubicBezTo>
                      <a:pt x="192088" y="74922"/>
                      <a:pt x="190793" y="77555"/>
                      <a:pt x="186908" y="77555"/>
                    </a:cubicBezTo>
                    <a:cubicBezTo>
                      <a:pt x="184317" y="77555"/>
                      <a:pt x="181727" y="74922"/>
                      <a:pt x="181727" y="72289"/>
                    </a:cubicBezTo>
                    <a:cubicBezTo>
                      <a:pt x="181727" y="64390"/>
                      <a:pt x="181727" y="59124"/>
                      <a:pt x="180432" y="53859"/>
                    </a:cubicBezTo>
                    <a:cubicBezTo>
                      <a:pt x="180432" y="53859"/>
                      <a:pt x="180432" y="53859"/>
                      <a:pt x="180432" y="70973"/>
                    </a:cubicBezTo>
                    <a:cubicBezTo>
                      <a:pt x="180432" y="73606"/>
                      <a:pt x="179137" y="74922"/>
                      <a:pt x="179137" y="77555"/>
                    </a:cubicBezTo>
                    <a:cubicBezTo>
                      <a:pt x="179137" y="77555"/>
                      <a:pt x="179137" y="77555"/>
                      <a:pt x="179137" y="82821"/>
                    </a:cubicBezTo>
                    <a:cubicBezTo>
                      <a:pt x="171367" y="82821"/>
                      <a:pt x="164891" y="82821"/>
                      <a:pt x="157121" y="84137"/>
                    </a:cubicBezTo>
                    <a:cubicBezTo>
                      <a:pt x="157121" y="84137"/>
                      <a:pt x="157121" y="84137"/>
                      <a:pt x="157121" y="78871"/>
                    </a:cubicBezTo>
                    <a:cubicBezTo>
                      <a:pt x="155826" y="76238"/>
                      <a:pt x="155826" y="73606"/>
                      <a:pt x="155826" y="72289"/>
                    </a:cubicBezTo>
                    <a:cubicBezTo>
                      <a:pt x="155826" y="72289"/>
                      <a:pt x="155826" y="72289"/>
                      <a:pt x="155826" y="55175"/>
                    </a:cubicBezTo>
                    <a:cubicBezTo>
                      <a:pt x="153236" y="59124"/>
                      <a:pt x="153236" y="65707"/>
                      <a:pt x="153236" y="73606"/>
                    </a:cubicBezTo>
                    <a:cubicBezTo>
                      <a:pt x="153236" y="76238"/>
                      <a:pt x="150645" y="78871"/>
                      <a:pt x="148055" y="78871"/>
                    </a:cubicBezTo>
                    <a:cubicBezTo>
                      <a:pt x="145465" y="78871"/>
                      <a:pt x="142875" y="76238"/>
                      <a:pt x="142875" y="73606"/>
                    </a:cubicBezTo>
                    <a:cubicBezTo>
                      <a:pt x="142875" y="47276"/>
                      <a:pt x="151940" y="35428"/>
                      <a:pt x="157121" y="31479"/>
                    </a:cubicBezTo>
                    <a:cubicBezTo>
                      <a:pt x="157121" y="31479"/>
                      <a:pt x="157121" y="31479"/>
                      <a:pt x="167481" y="45960"/>
                    </a:cubicBezTo>
                    <a:cubicBezTo>
                      <a:pt x="167481" y="45960"/>
                      <a:pt x="167481" y="45960"/>
                      <a:pt x="168777" y="43985"/>
                    </a:cubicBezTo>
                    <a:lnTo>
                      <a:pt x="175759" y="33338"/>
                    </a:lnTo>
                    <a:lnTo>
                      <a:pt x="176458" y="33338"/>
                    </a:lnTo>
                    <a:cubicBezTo>
                      <a:pt x="177801" y="33338"/>
                      <a:pt x="177801" y="31751"/>
                      <a:pt x="177801" y="31751"/>
                    </a:cubicBezTo>
                    <a:lnTo>
                      <a:pt x="177801" y="30225"/>
                    </a:lnTo>
                    <a:close/>
                    <a:moveTo>
                      <a:pt x="208481" y="25427"/>
                    </a:moveTo>
                    <a:cubicBezTo>
                      <a:pt x="211073" y="25104"/>
                      <a:pt x="213989" y="25751"/>
                      <a:pt x="216581" y="27689"/>
                    </a:cubicBezTo>
                    <a:cubicBezTo>
                      <a:pt x="216581" y="27689"/>
                      <a:pt x="216581" y="27689"/>
                      <a:pt x="256754" y="61285"/>
                    </a:cubicBezTo>
                    <a:cubicBezTo>
                      <a:pt x="260642" y="65161"/>
                      <a:pt x="261938" y="71622"/>
                      <a:pt x="258050" y="75499"/>
                    </a:cubicBezTo>
                    <a:cubicBezTo>
                      <a:pt x="256754" y="78083"/>
                      <a:pt x="252867" y="79375"/>
                      <a:pt x="250275" y="79375"/>
                    </a:cubicBezTo>
                    <a:cubicBezTo>
                      <a:pt x="247683" y="79375"/>
                      <a:pt x="246387" y="78083"/>
                      <a:pt x="243795" y="76791"/>
                    </a:cubicBezTo>
                    <a:cubicBezTo>
                      <a:pt x="243795" y="76791"/>
                      <a:pt x="243795" y="76791"/>
                      <a:pt x="203622" y="43195"/>
                    </a:cubicBezTo>
                    <a:cubicBezTo>
                      <a:pt x="198438" y="39318"/>
                      <a:pt x="198438" y="32857"/>
                      <a:pt x="202326" y="28981"/>
                    </a:cubicBezTo>
                    <a:cubicBezTo>
                      <a:pt x="203622" y="27043"/>
                      <a:pt x="205890" y="25750"/>
                      <a:pt x="208481" y="25427"/>
                    </a:cubicBezTo>
                    <a:close/>
                    <a:moveTo>
                      <a:pt x="127584" y="25427"/>
                    </a:moveTo>
                    <a:cubicBezTo>
                      <a:pt x="130013" y="25750"/>
                      <a:pt x="132281" y="27043"/>
                      <a:pt x="134225" y="28981"/>
                    </a:cubicBezTo>
                    <a:cubicBezTo>
                      <a:pt x="138113" y="32857"/>
                      <a:pt x="136817" y="39318"/>
                      <a:pt x="132929" y="43195"/>
                    </a:cubicBezTo>
                    <a:cubicBezTo>
                      <a:pt x="132929" y="43195"/>
                      <a:pt x="132929" y="43195"/>
                      <a:pt x="92756" y="76791"/>
                    </a:cubicBezTo>
                    <a:cubicBezTo>
                      <a:pt x="90164" y="78083"/>
                      <a:pt x="87572" y="79375"/>
                      <a:pt x="86276" y="79375"/>
                    </a:cubicBezTo>
                    <a:cubicBezTo>
                      <a:pt x="82388" y="79375"/>
                      <a:pt x="79797" y="78083"/>
                      <a:pt x="78501" y="75499"/>
                    </a:cubicBezTo>
                    <a:cubicBezTo>
                      <a:pt x="74613" y="71622"/>
                      <a:pt x="75909" y="65161"/>
                      <a:pt x="79797" y="61285"/>
                    </a:cubicBezTo>
                    <a:cubicBezTo>
                      <a:pt x="79797" y="61285"/>
                      <a:pt x="79797" y="61285"/>
                      <a:pt x="119970" y="27689"/>
                    </a:cubicBezTo>
                    <a:cubicBezTo>
                      <a:pt x="122562" y="25751"/>
                      <a:pt x="125154" y="25104"/>
                      <a:pt x="127584" y="25427"/>
                    </a:cubicBezTo>
                    <a:close/>
                    <a:moveTo>
                      <a:pt x="161681" y="25400"/>
                    </a:moveTo>
                    <a:cubicBezTo>
                      <a:pt x="161681" y="25400"/>
                      <a:pt x="161681" y="25400"/>
                      <a:pt x="163025" y="25400"/>
                    </a:cubicBezTo>
                    <a:cubicBezTo>
                      <a:pt x="163025" y="25400"/>
                      <a:pt x="163025" y="25400"/>
                      <a:pt x="165711" y="26988"/>
                    </a:cubicBezTo>
                    <a:cubicBezTo>
                      <a:pt x="165711" y="25400"/>
                      <a:pt x="167054" y="25400"/>
                      <a:pt x="168398" y="25400"/>
                    </a:cubicBezTo>
                    <a:cubicBezTo>
                      <a:pt x="169741" y="25400"/>
                      <a:pt x="171084" y="25400"/>
                      <a:pt x="172428" y="26988"/>
                    </a:cubicBezTo>
                    <a:cubicBezTo>
                      <a:pt x="172428" y="26988"/>
                      <a:pt x="172428" y="26988"/>
                      <a:pt x="175114" y="25400"/>
                    </a:cubicBezTo>
                    <a:cubicBezTo>
                      <a:pt x="175114" y="25400"/>
                      <a:pt x="176458" y="25400"/>
                      <a:pt x="176458" y="25400"/>
                    </a:cubicBezTo>
                    <a:cubicBezTo>
                      <a:pt x="176458" y="25400"/>
                      <a:pt x="177801" y="26988"/>
                      <a:pt x="177801" y="26988"/>
                    </a:cubicBezTo>
                    <a:lnTo>
                      <a:pt x="177801" y="30225"/>
                    </a:lnTo>
                    <a:lnTo>
                      <a:pt x="175759" y="33338"/>
                    </a:lnTo>
                    <a:lnTo>
                      <a:pt x="175114" y="33338"/>
                    </a:lnTo>
                    <a:cubicBezTo>
                      <a:pt x="173771" y="33338"/>
                      <a:pt x="172428" y="33338"/>
                      <a:pt x="171084" y="31751"/>
                    </a:cubicBezTo>
                    <a:cubicBezTo>
                      <a:pt x="171084" y="33338"/>
                      <a:pt x="169741" y="33338"/>
                      <a:pt x="168398" y="33338"/>
                    </a:cubicBezTo>
                    <a:cubicBezTo>
                      <a:pt x="168398" y="33338"/>
                      <a:pt x="167054" y="33338"/>
                      <a:pt x="165711" y="31751"/>
                    </a:cubicBezTo>
                    <a:cubicBezTo>
                      <a:pt x="165711" y="31751"/>
                      <a:pt x="163025" y="33338"/>
                      <a:pt x="163025" y="33338"/>
                    </a:cubicBezTo>
                    <a:cubicBezTo>
                      <a:pt x="161681" y="33338"/>
                      <a:pt x="161681" y="33338"/>
                      <a:pt x="161681" y="33338"/>
                    </a:cubicBezTo>
                    <a:cubicBezTo>
                      <a:pt x="160338" y="33338"/>
                      <a:pt x="160338" y="31751"/>
                      <a:pt x="160338" y="31751"/>
                    </a:cubicBezTo>
                    <a:cubicBezTo>
                      <a:pt x="160338" y="31751"/>
                      <a:pt x="160338" y="31751"/>
                      <a:pt x="160338" y="26988"/>
                    </a:cubicBezTo>
                    <a:cubicBezTo>
                      <a:pt x="160338" y="26988"/>
                      <a:pt x="160338" y="25400"/>
                      <a:pt x="161681" y="25400"/>
                    </a:cubicBezTo>
                    <a:close/>
                    <a:moveTo>
                      <a:pt x="167482" y="0"/>
                    </a:moveTo>
                    <a:cubicBezTo>
                      <a:pt x="174935" y="0"/>
                      <a:pt x="180976" y="5686"/>
                      <a:pt x="180976" y="12700"/>
                    </a:cubicBezTo>
                    <a:cubicBezTo>
                      <a:pt x="180976" y="19714"/>
                      <a:pt x="174935" y="25400"/>
                      <a:pt x="167482" y="25400"/>
                    </a:cubicBezTo>
                    <a:cubicBezTo>
                      <a:pt x="160029" y="25400"/>
                      <a:pt x="153988" y="19714"/>
                      <a:pt x="153988" y="12700"/>
                    </a:cubicBezTo>
                    <a:cubicBezTo>
                      <a:pt x="153988" y="5686"/>
                      <a:pt x="160029" y="0"/>
                      <a:pt x="1674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43" name="图形"/>
              <p:cNvSpPr txBox="1"/>
              <p:nvPr>
                <p:custDataLst>
                  <p:tags r:id="rId8"/>
                </p:custDataLst>
              </p:nvPr>
            </p:nvSpPr>
            <p:spPr>
              <a:xfrm>
                <a:off x="2876" y="6293"/>
                <a:ext cx="2472" cy="582"/>
              </a:xfrm>
              <a:prstGeom prst="rect">
                <a:avLst/>
              </a:prstGeom>
              <a:noFill/>
            </p:spPr>
            <p:txBody>
              <a:bodyPr wrap="none" rtlCol="0">
                <a:spAutoFit/>
              </a:bodyPr>
              <a:lstStyle/>
              <a:p>
                <a:r>
                  <a:rPr lang="zh-CN" altLang="en-US"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p>
            </p:txBody>
          </p:sp>
          <p:sp>
            <p:nvSpPr>
              <p:cNvPr id="44" name="图形"/>
              <p:cNvSpPr txBox="1"/>
              <p:nvPr>
                <p:custDataLst>
                  <p:tags r:id="rId9"/>
                </p:custDataLst>
              </p:nvPr>
            </p:nvSpPr>
            <p:spPr>
              <a:xfrm>
                <a:off x="2988" y="6825"/>
                <a:ext cx="2297" cy="1173"/>
              </a:xfrm>
              <a:prstGeom prst="rect">
                <a:avLst/>
              </a:prstGeom>
              <a:noFill/>
            </p:spPr>
            <p:txBody>
              <a:bodyPr wrap="square" rtlCol="0" anchor="t">
                <a:spAutoFit/>
              </a:bodyPr>
              <a:lstStyle/>
              <a:p>
                <a:pPr algn="ctr">
                  <a:lnSpc>
                    <a:spcPct val="120000"/>
                  </a:lnSpc>
                </a:pPr>
                <a:r>
                  <a:rPr lang="zh-CN" altLang="en-US" sz="12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a:t>
                </a:r>
              </a:p>
            </p:txBody>
          </p:sp>
          <p:sp>
            <p:nvSpPr>
              <p:cNvPr id="45" name="图形"/>
              <p:cNvSpPr txBox="1"/>
              <p:nvPr>
                <p:custDataLst>
                  <p:tags r:id="rId10"/>
                </p:custDataLst>
              </p:nvPr>
            </p:nvSpPr>
            <p:spPr>
              <a:xfrm>
                <a:off x="8019" y="6384"/>
                <a:ext cx="2472" cy="582"/>
              </a:xfrm>
              <a:prstGeom prst="rect">
                <a:avLst/>
              </a:prstGeom>
              <a:noFill/>
            </p:spPr>
            <p:txBody>
              <a:bodyPr wrap="none" rtlCol="0">
                <a:spAutoFit/>
              </a:bodyPr>
              <a:lstStyle/>
              <a:p>
                <a:r>
                  <a:rPr lang="zh-CN" altLang="en-US"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p>
            </p:txBody>
          </p:sp>
          <p:sp>
            <p:nvSpPr>
              <p:cNvPr id="46" name="图形"/>
              <p:cNvSpPr txBox="1"/>
              <p:nvPr>
                <p:custDataLst>
                  <p:tags r:id="rId11"/>
                </p:custDataLst>
              </p:nvPr>
            </p:nvSpPr>
            <p:spPr>
              <a:xfrm>
                <a:off x="8131" y="6916"/>
                <a:ext cx="2297" cy="1173"/>
              </a:xfrm>
              <a:prstGeom prst="rect">
                <a:avLst/>
              </a:prstGeom>
              <a:noFill/>
            </p:spPr>
            <p:txBody>
              <a:bodyPr wrap="square" rtlCol="0" anchor="t">
                <a:spAutoFit/>
              </a:bodyPr>
              <a:lstStyle/>
              <a:p>
                <a:pPr algn="ctr">
                  <a:lnSpc>
                    <a:spcPct val="120000"/>
                  </a:lnSpc>
                </a:pPr>
                <a:r>
                  <a:rPr lang="zh-CN" altLang="en-US" sz="12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a:t>
                </a:r>
              </a:p>
            </p:txBody>
          </p:sp>
          <p:sp>
            <p:nvSpPr>
              <p:cNvPr id="47" name="图形"/>
              <p:cNvSpPr txBox="1"/>
              <p:nvPr>
                <p:custDataLst>
                  <p:tags r:id="rId12"/>
                </p:custDataLst>
              </p:nvPr>
            </p:nvSpPr>
            <p:spPr>
              <a:xfrm>
                <a:off x="12973" y="6293"/>
                <a:ext cx="2472" cy="582"/>
              </a:xfrm>
              <a:prstGeom prst="rect">
                <a:avLst/>
              </a:prstGeom>
              <a:noFill/>
            </p:spPr>
            <p:txBody>
              <a:bodyPr wrap="none" rtlCol="0">
                <a:spAutoFit/>
              </a:bodyPr>
              <a:lstStyle/>
              <a:p>
                <a:r>
                  <a:rPr lang="zh-CN" altLang="en-US"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p>
            </p:txBody>
          </p:sp>
          <p:sp>
            <p:nvSpPr>
              <p:cNvPr id="48" name="图形"/>
              <p:cNvSpPr txBox="1"/>
              <p:nvPr>
                <p:custDataLst>
                  <p:tags r:id="rId13"/>
                </p:custDataLst>
              </p:nvPr>
            </p:nvSpPr>
            <p:spPr>
              <a:xfrm>
                <a:off x="13085" y="6825"/>
                <a:ext cx="2297" cy="1173"/>
              </a:xfrm>
              <a:prstGeom prst="rect">
                <a:avLst/>
              </a:prstGeom>
              <a:noFill/>
            </p:spPr>
            <p:txBody>
              <a:bodyPr wrap="square" rtlCol="0" anchor="t">
                <a:spAutoFit/>
              </a:bodyPr>
              <a:lstStyle/>
              <a:p>
                <a:pPr algn="ctr">
                  <a:lnSpc>
                    <a:spcPct val="120000"/>
                  </a:lnSpc>
                </a:pPr>
                <a:r>
                  <a:rPr lang="zh-CN" altLang="en-US" sz="12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a:t>
                </a:r>
              </a:p>
            </p:txBody>
          </p:sp>
        </p:grpSp>
        <p:sp>
          <p:nvSpPr>
            <p:cNvPr id="49" name="图形"/>
            <p:cNvSpPr/>
            <p:nvPr>
              <p:custDataLst>
                <p:tags r:id="rId2"/>
              </p:custDataLst>
            </p:nvPr>
          </p:nvSpPr>
          <p:spPr>
            <a:xfrm>
              <a:off x="3497580" y="3976370"/>
              <a:ext cx="419100" cy="415290"/>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56A4D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0" name="图形"/>
            <p:cNvSpPr/>
            <p:nvPr>
              <p:custDataLst>
                <p:tags r:id="rId3"/>
              </p:custDataLst>
            </p:nvPr>
          </p:nvSpPr>
          <p:spPr>
            <a:xfrm>
              <a:off x="6758305" y="3987800"/>
              <a:ext cx="419100" cy="392430"/>
            </a:xfrm>
            <a:custGeom>
              <a:avLst/>
              <a:gdLst>
                <a:gd name="connsiteX0" fmla="*/ 241311 w 331352"/>
                <a:gd name="connsiteY0" fmla="*/ 265737 h 310187"/>
                <a:gd name="connsiteX1" fmla="*/ 227023 w 331352"/>
                <a:gd name="connsiteY1" fmla="*/ 280025 h 310187"/>
                <a:gd name="connsiteX2" fmla="*/ 241311 w 331352"/>
                <a:gd name="connsiteY2" fmla="*/ 294313 h 310187"/>
                <a:gd name="connsiteX3" fmla="*/ 255599 w 331352"/>
                <a:gd name="connsiteY3" fmla="*/ 280025 h 310187"/>
                <a:gd name="connsiteX4" fmla="*/ 241311 w 331352"/>
                <a:gd name="connsiteY4" fmla="*/ 265737 h 310187"/>
                <a:gd name="connsiteX5" fmla="*/ 125424 w 331352"/>
                <a:gd name="connsiteY5" fmla="*/ 265737 h 310187"/>
                <a:gd name="connsiteX6" fmla="*/ 111136 w 331352"/>
                <a:gd name="connsiteY6" fmla="*/ 280025 h 310187"/>
                <a:gd name="connsiteX7" fmla="*/ 125424 w 331352"/>
                <a:gd name="connsiteY7" fmla="*/ 294313 h 310187"/>
                <a:gd name="connsiteX8" fmla="*/ 139712 w 331352"/>
                <a:gd name="connsiteY8" fmla="*/ 280025 h 310187"/>
                <a:gd name="connsiteX9" fmla="*/ 125424 w 331352"/>
                <a:gd name="connsiteY9" fmla="*/ 265737 h 310187"/>
                <a:gd name="connsiteX10" fmla="*/ 242898 w 331352"/>
                <a:gd name="connsiteY10" fmla="*/ 168899 h 310187"/>
                <a:gd name="connsiteX11" fmla="*/ 242898 w 331352"/>
                <a:gd name="connsiteY11" fmla="*/ 192712 h 310187"/>
                <a:gd name="connsiteX12" fmla="*/ 268298 w 331352"/>
                <a:gd name="connsiteY12" fmla="*/ 192712 h 310187"/>
                <a:gd name="connsiteX13" fmla="*/ 276236 w 331352"/>
                <a:gd name="connsiteY13" fmla="*/ 168899 h 310187"/>
                <a:gd name="connsiteX14" fmla="*/ 173048 w 331352"/>
                <a:gd name="connsiteY14" fmla="*/ 168899 h 310187"/>
                <a:gd name="connsiteX15" fmla="*/ 173048 w 331352"/>
                <a:gd name="connsiteY15" fmla="*/ 192712 h 310187"/>
                <a:gd name="connsiteX16" fmla="*/ 222261 w 331352"/>
                <a:gd name="connsiteY16" fmla="*/ 192712 h 310187"/>
                <a:gd name="connsiteX17" fmla="*/ 222261 w 331352"/>
                <a:gd name="connsiteY17" fmla="*/ 168899 h 310187"/>
                <a:gd name="connsiteX18" fmla="*/ 120661 w 331352"/>
                <a:gd name="connsiteY18" fmla="*/ 168899 h 310187"/>
                <a:gd name="connsiteX19" fmla="*/ 128598 w 331352"/>
                <a:gd name="connsiteY19" fmla="*/ 192712 h 310187"/>
                <a:gd name="connsiteX20" fmla="*/ 152411 w 331352"/>
                <a:gd name="connsiteY20" fmla="*/ 192712 h 310187"/>
                <a:gd name="connsiteX21" fmla="*/ 152411 w 331352"/>
                <a:gd name="connsiteY21" fmla="*/ 168899 h 310187"/>
                <a:gd name="connsiteX22" fmla="*/ 242898 w 331352"/>
                <a:gd name="connsiteY22" fmla="*/ 119687 h 310187"/>
                <a:gd name="connsiteX23" fmla="*/ 242898 w 331352"/>
                <a:gd name="connsiteY23" fmla="*/ 148262 h 310187"/>
                <a:gd name="connsiteX24" fmla="*/ 282586 w 331352"/>
                <a:gd name="connsiteY24" fmla="*/ 148262 h 310187"/>
                <a:gd name="connsiteX25" fmla="*/ 290523 w 331352"/>
                <a:gd name="connsiteY25" fmla="*/ 119687 h 310187"/>
                <a:gd name="connsiteX26" fmla="*/ 173048 w 331352"/>
                <a:gd name="connsiteY26" fmla="*/ 119687 h 310187"/>
                <a:gd name="connsiteX27" fmla="*/ 173048 w 331352"/>
                <a:gd name="connsiteY27" fmla="*/ 148262 h 310187"/>
                <a:gd name="connsiteX28" fmla="*/ 222261 w 331352"/>
                <a:gd name="connsiteY28" fmla="*/ 148262 h 310187"/>
                <a:gd name="connsiteX29" fmla="*/ 222261 w 331352"/>
                <a:gd name="connsiteY29" fmla="*/ 119687 h 310187"/>
                <a:gd name="connsiteX30" fmla="*/ 103198 w 331352"/>
                <a:gd name="connsiteY30" fmla="*/ 119687 h 310187"/>
                <a:gd name="connsiteX31" fmla="*/ 112723 w 331352"/>
                <a:gd name="connsiteY31" fmla="*/ 148262 h 310187"/>
                <a:gd name="connsiteX32" fmla="*/ 152411 w 331352"/>
                <a:gd name="connsiteY32" fmla="*/ 148262 h 310187"/>
                <a:gd name="connsiteX33" fmla="*/ 152411 w 331352"/>
                <a:gd name="connsiteY33" fmla="*/ 119687 h 310187"/>
                <a:gd name="connsiteX34" fmla="*/ 242898 w 331352"/>
                <a:gd name="connsiteY34" fmla="*/ 75237 h 310187"/>
                <a:gd name="connsiteX35" fmla="*/ 242898 w 331352"/>
                <a:gd name="connsiteY35" fmla="*/ 99050 h 310187"/>
                <a:gd name="connsiteX36" fmla="*/ 296873 w 331352"/>
                <a:gd name="connsiteY36" fmla="*/ 99050 h 310187"/>
                <a:gd name="connsiteX37" fmla="*/ 304811 w 331352"/>
                <a:gd name="connsiteY37" fmla="*/ 75237 h 310187"/>
                <a:gd name="connsiteX38" fmla="*/ 173048 w 331352"/>
                <a:gd name="connsiteY38" fmla="*/ 75237 h 310187"/>
                <a:gd name="connsiteX39" fmla="*/ 173048 w 331352"/>
                <a:gd name="connsiteY39" fmla="*/ 99050 h 310187"/>
                <a:gd name="connsiteX40" fmla="*/ 222261 w 331352"/>
                <a:gd name="connsiteY40" fmla="*/ 99050 h 310187"/>
                <a:gd name="connsiteX41" fmla="*/ 222261 w 331352"/>
                <a:gd name="connsiteY41" fmla="*/ 75237 h 310187"/>
                <a:gd name="connsiteX42" fmla="*/ 87323 w 331352"/>
                <a:gd name="connsiteY42" fmla="*/ 75237 h 310187"/>
                <a:gd name="connsiteX43" fmla="*/ 95261 w 331352"/>
                <a:gd name="connsiteY43" fmla="*/ 99050 h 310187"/>
                <a:gd name="connsiteX44" fmla="*/ 152411 w 331352"/>
                <a:gd name="connsiteY44" fmla="*/ 99050 h 310187"/>
                <a:gd name="connsiteX45" fmla="*/ 152411 w 331352"/>
                <a:gd name="connsiteY45" fmla="*/ 75237 h 310187"/>
                <a:gd name="connsiteX46" fmla="*/ 13989 w 331352"/>
                <a:gd name="connsiteY46" fmla="*/ 328 h 310187"/>
                <a:gd name="connsiteX47" fmla="*/ 64579 w 331352"/>
                <a:gd name="connsiteY47" fmla="*/ 19694 h 310187"/>
                <a:gd name="connsiteX48" fmla="*/ 69768 w 331352"/>
                <a:gd name="connsiteY48" fmla="*/ 26149 h 310187"/>
                <a:gd name="connsiteX49" fmla="*/ 80145 w 331352"/>
                <a:gd name="connsiteY49" fmla="*/ 54553 h 310187"/>
                <a:gd name="connsiteX50" fmla="*/ 81442 w 331352"/>
                <a:gd name="connsiteY50" fmla="*/ 54553 h 310187"/>
                <a:gd name="connsiteX51" fmla="*/ 321421 w 331352"/>
                <a:gd name="connsiteY51" fmla="*/ 54553 h 310187"/>
                <a:gd name="connsiteX52" fmla="*/ 329204 w 331352"/>
                <a:gd name="connsiteY52" fmla="*/ 58426 h 310187"/>
                <a:gd name="connsiteX53" fmla="*/ 330501 w 331352"/>
                <a:gd name="connsiteY53" fmla="*/ 68755 h 310187"/>
                <a:gd name="connsiteX54" fmla="*/ 286397 w 331352"/>
                <a:gd name="connsiteY54" fmla="*/ 205610 h 310187"/>
                <a:gd name="connsiteX55" fmla="*/ 276019 w 331352"/>
                <a:gd name="connsiteY55" fmla="*/ 213356 h 310187"/>
                <a:gd name="connsiteX56" fmla="*/ 120358 w 331352"/>
                <a:gd name="connsiteY56" fmla="*/ 213356 h 310187"/>
                <a:gd name="connsiteX57" fmla="*/ 116466 w 331352"/>
                <a:gd name="connsiteY57" fmla="*/ 212065 h 310187"/>
                <a:gd name="connsiteX58" fmla="*/ 106089 w 331352"/>
                <a:gd name="connsiteY58" fmla="*/ 240469 h 310187"/>
                <a:gd name="connsiteX59" fmla="*/ 276019 w 331352"/>
                <a:gd name="connsiteY59" fmla="*/ 240469 h 310187"/>
                <a:gd name="connsiteX60" fmla="*/ 285100 w 331352"/>
                <a:gd name="connsiteY60" fmla="*/ 248215 h 310187"/>
                <a:gd name="connsiteX61" fmla="*/ 276019 w 331352"/>
                <a:gd name="connsiteY61" fmla="*/ 257253 h 310187"/>
                <a:gd name="connsiteX62" fmla="*/ 266939 w 331352"/>
                <a:gd name="connsiteY62" fmla="*/ 257253 h 310187"/>
                <a:gd name="connsiteX63" fmla="*/ 274722 w 331352"/>
                <a:gd name="connsiteY63" fmla="*/ 279201 h 310187"/>
                <a:gd name="connsiteX64" fmla="*/ 242293 w 331352"/>
                <a:gd name="connsiteY64" fmla="*/ 310187 h 310187"/>
                <a:gd name="connsiteX65" fmla="*/ 211160 w 331352"/>
                <a:gd name="connsiteY65" fmla="*/ 279201 h 310187"/>
                <a:gd name="connsiteX66" fmla="*/ 218943 w 331352"/>
                <a:gd name="connsiteY66" fmla="*/ 257253 h 310187"/>
                <a:gd name="connsiteX67" fmla="*/ 148896 w 331352"/>
                <a:gd name="connsiteY67" fmla="*/ 257253 h 310187"/>
                <a:gd name="connsiteX68" fmla="*/ 157976 w 331352"/>
                <a:gd name="connsiteY68" fmla="*/ 279201 h 310187"/>
                <a:gd name="connsiteX69" fmla="*/ 125547 w 331352"/>
                <a:gd name="connsiteY69" fmla="*/ 310187 h 310187"/>
                <a:gd name="connsiteX70" fmla="*/ 93117 w 331352"/>
                <a:gd name="connsiteY70" fmla="*/ 279201 h 310187"/>
                <a:gd name="connsiteX71" fmla="*/ 102197 w 331352"/>
                <a:gd name="connsiteY71" fmla="*/ 257253 h 310187"/>
                <a:gd name="connsiteX72" fmla="*/ 93117 w 331352"/>
                <a:gd name="connsiteY72" fmla="*/ 257253 h 310187"/>
                <a:gd name="connsiteX73" fmla="*/ 86631 w 331352"/>
                <a:gd name="connsiteY73" fmla="*/ 253380 h 310187"/>
                <a:gd name="connsiteX74" fmla="*/ 85334 w 331352"/>
                <a:gd name="connsiteY74" fmla="*/ 245633 h 310187"/>
                <a:gd name="connsiteX75" fmla="*/ 100900 w 331352"/>
                <a:gd name="connsiteY75" fmla="*/ 201737 h 310187"/>
                <a:gd name="connsiteX76" fmla="*/ 107386 w 331352"/>
                <a:gd name="connsiteY76" fmla="*/ 196572 h 310187"/>
                <a:gd name="connsiteX77" fmla="*/ 51607 w 331352"/>
                <a:gd name="connsiteY77" fmla="*/ 37769 h 310187"/>
                <a:gd name="connsiteX78" fmla="*/ 6206 w 331352"/>
                <a:gd name="connsiteY78" fmla="*/ 19694 h 310187"/>
                <a:gd name="connsiteX79" fmla="*/ 1017 w 331352"/>
                <a:gd name="connsiteY79" fmla="*/ 6783 h 310187"/>
                <a:gd name="connsiteX80" fmla="*/ 13989 w 331352"/>
                <a:gd name="connsiteY80" fmla="*/ 328 h 31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31352" h="310187">
                  <a:moveTo>
                    <a:pt x="241311" y="265737"/>
                  </a:moveTo>
                  <a:cubicBezTo>
                    <a:pt x="233420" y="265737"/>
                    <a:pt x="227023" y="272134"/>
                    <a:pt x="227023" y="280025"/>
                  </a:cubicBezTo>
                  <a:cubicBezTo>
                    <a:pt x="227023" y="287916"/>
                    <a:pt x="233420" y="294313"/>
                    <a:pt x="241311" y="294313"/>
                  </a:cubicBezTo>
                  <a:cubicBezTo>
                    <a:pt x="249202" y="294313"/>
                    <a:pt x="255599" y="287916"/>
                    <a:pt x="255599" y="280025"/>
                  </a:cubicBezTo>
                  <a:cubicBezTo>
                    <a:pt x="255599" y="272134"/>
                    <a:pt x="249202" y="265737"/>
                    <a:pt x="241311" y="265737"/>
                  </a:cubicBezTo>
                  <a:close/>
                  <a:moveTo>
                    <a:pt x="125424" y="265737"/>
                  </a:moveTo>
                  <a:cubicBezTo>
                    <a:pt x="117533" y="265737"/>
                    <a:pt x="111136" y="272134"/>
                    <a:pt x="111136" y="280025"/>
                  </a:cubicBezTo>
                  <a:cubicBezTo>
                    <a:pt x="111136" y="287916"/>
                    <a:pt x="117533" y="294313"/>
                    <a:pt x="125424" y="294313"/>
                  </a:cubicBezTo>
                  <a:cubicBezTo>
                    <a:pt x="133315" y="294313"/>
                    <a:pt x="139712" y="287916"/>
                    <a:pt x="139712" y="280025"/>
                  </a:cubicBezTo>
                  <a:cubicBezTo>
                    <a:pt x="139712" y="272134"/>
                    <a:pt x="133315" y="265737"/>
                    <a:pt x="125424" y="265737"/>
                  </a:cubicBezTo>
                  <a:close/>
                  <a:moveTo>
                    <a:pt x="242898" y="168899"/>
                  </a:moveTo>
                  <a:lnTo>
                    <a:pt x="242898" y="192712"/>
                  </a:lnTo>
                  <a:lnTo>
                    <a:pt x="268298" y="192712"/>
                  </a:lnTo>
                  <a:lnTo>
                    <a:pt x="276236" y="168899"/>
                  </a:lnTo>
                  <a:close/>
                  <a:moveTo>
                    <a:pt x="173048" y="168899"/>
                  </a:moveTo>
                  <a:lnTo>
                    <a:pt x="173048" y="192712"/>
                  </a:lnTo>
                  <a:lnTo>
                    <a:pt x="222261" y="192712"/>
                  </a:lnTo>
                  <a:lnTo>
                    <a:pt x="222261" y="168899"/>
                  </a:lnTo>
                  <a:close/>
                  <a:moveTo>
                    <a:pt x="120661" y="168899"/>
                  </a:moveTo>
                  <a:lnTo>
                    <a:pt x="128598" y="192712"/>
                  </a:lnTo>
                  <a:lnTo>
                    <a:pt x="152411" y="192712"/>
                  </a:lnTo>
                  <a:lnTo>
                    <a:pt x="152411" y="168899"/>
                  </a:lnTo>
                  <a:close/>
                  <a:moveTo>
                    <a:pt x="242898" y="119687"/>
                  </a:moveTo>
                  <a:lnTo>
                    <a:pt x="242898" y="148262"/>
                  </a:lnTo>
                  <a:lnTo>
                    <a:pt x="282586" y="148262"/>
                  </a:lnTo>
                  <a:lnTo>
                    <a:pt x="290523" y="119687"/>
                  </a:lnTo>
                  <a:close/>
                  <a:moveTo>
                    <a:pt x="173048" y="119687"/>
                  </a:moveTo>
                  <a:lnTo>
                    <a:pt x="173048" y="148262"/>
                  </a:lnTo>
                  <a:lnTo>
                    <a:pt x="222261" y="148262"/>
                  </a:lnTo>
                  <a:lnTo>
                    <a:pt x="222261" y="119687"/>
                  </a:lnTo>
                  <a:close/>
                  <a:moveTo>
                    <a:pt x="103198" y="119687"/>
                  </a:moveTo>
                  <a:lnTo>
                    <a:pt x="112723" y="148262"/>
                  </a:lnTo>
                  <a:lnTo>
                    <a:pt x="152411" y="148262"/>
                  </a:lnTo>
                  <a:lnTo>
                    <a:pt x="152411" y="119687"/>
                  </a:lnTo>
                  <a:close/>
                  <a:moveTo>
                    <a:pt x="242898" y="75237"/>
                  </a:moveTo>
                  <a:lnTo>
                    <a:pt x="242898" y="99050"/>
                  </a:lnTo>
                  <a:lnTo>
                    <a:pt x="296873" y="99050"/>
                  </a:lnTo>
                  <a:lnTo>
                    <a:pt x="304811" y="75237"/>
                  </a:lnTo>
                  <a:close/>
                  <a:moveTo>
                    <a:pt x="173048" y="75237"/>
                  </a:moveTo>
                  <a:lnTo>
                    <a:pt x="173048" y="99050"/>
                  </a:lnTo>
                  <a:lnTo>
                    <a:pt x="222261" y="99050"/>
                  </a:lnTo>
                  <a:lnTo>
                    <a:pt x="222261" y="75237"/>
                  </a:lnTo>
                  <a:close/>
                  <a:moveTo>
                    <a:pt x="87323" y="75237"/>
                  </a:moveTo>
                  <a:lnTo>
                    <a:pt x="95261" y="99050"/>
                  </a:lnTo>
                  <a:lnTo>
                    <a:pt x="152411" y="99050"/>
                  </a:lnTo>
                  <a:lnTo>
                    <a:pt x="152411" y="75237"/>
                  </a:lnTo>
                  <a:close/>
                  <a:moveTo>
                    <a:pt x="13989" y="328"/>
                  </a:moveTo>
                  <a:cubicBezTo>
                    <a:pt x="13989" y="328"/>
                    <a:pt x="13989" y="328"/>
                    <a:pt x="64579" y="19694"/>
                  </a:cubicBezTo>
                  <a:cubicBezTo>
                    <a:pt x="67173" y="20985"/>
                    <a:pt x="68471" y="23567"/>
                    <a:pt x="69768" y="26149"/>
                  </a:cubicBezTo>
                  <a:cubicBezTo>
                    <a:pt x="69768" y="26149"/>
                    <a:pt x="69768" y="26149"/>
                    <a:pt x="80145" y="54553"/>
                  </a:cubicBezTo>
                  <a:cubicBezTo>
                    <a:pt x="80145" y="54553"/>
                    <a:pt x="81442" y="54553"/>
                    <a:pt x="81442" y="54553"/>
                  </a:cubicBezTo>
                  <a:cubicBezTo>
                    <a:pt x="81442" y="54553"/>
                    <a:pt x="81442" y="54553"/>
                    <a:pt x="321421" y="54553"/>
                  </a:cubicBezTo>
                  <a:cubicBezTo>
                    <a:pt x="324015" y="54553"/>
                    <a:pt x="327907" y="55844"/>
                    <a:pt x="329204" y="58426"/>
                  </a:cubicBezTo>
                  <a:cubicBezTo>
                    <a:pt x="331798" y="62300"/>
                    <a:pt x="331798" y="64882"/>
                    <a:pt x="330501" y="68755"/>
                  </a:cubicBezTo>
                  <a:cubicBezTo>
                    <a:pt x="330501" y="68755"/>
                    <a:pt x="330501" y="68755"/>
                    <a:pt x="286397" y="205610"/>
                  </a:cubicBezTo>
                  <a:cubicBezTo>
                    <a:pt x="285100" y="210774"/>
                    <a:pt x="281208" y="213356"/>
                    <a:pt x="276019" y="213356"/>
                  </a:cubicBezTo>
                  <a:cubicBezTo>
                    <a:pt x="276019" y="213356"/>
                    <a:pt x="276019" y="213356"/>
                    <a:pt x="120358" y="213356"/>
                  </a:cubicBezTo>
                  <a:cubicBezTo>
                    <a:pt x="119061" y="213356"/>
                    <a:pt x="117763" y="213356"/>
                    <a:pt x="116466" y="212065"/>
                  </a:cubicBezTo>
                  <a:cubicBezTo>
                    <a:pt x="116466" y="212065"/>
                    <a:pt x="116466" y="212065"/>
                    <a:pt x="106089" y="240469"/>
                  </a:cubicBezTo>
                  <a:cubicBezTo>
                    <a:pt x="106089" y="240469"/>
                    <a:pt x="106089" y="240469"/>
                    <a:pt x="276019" y="240469"/>
                  </a:cubicBezTo>
                  <a:cubicBezTo>
                    <a:pt x="281208" y="240469"/>
                    <a:pt x="285100" y="244342"/>
                    <a:pt x="285100" y="248215"/>
                  </a:cubicBezTo>
                  <a:cubicBezTo>
                    <a:pt x="285100" y="253380"/>
                    <a:pt x="281208" y="257253"/>
                    <a:pt x="276019" y="257253"/>
                  </a:cubicBezTo>
                  <a:cubicBezTo>
                    <a:pt x="276019" y="257253"/>
                    <a:pt x="276019" y="257253"/>
                    <a:pt x="266939" y="257253"/>
                  </a:cubicBezTo>
                  <a:cubicBezTo>
                    <a:pt x="272128" y="263708"/>
                    <a:pt x="274722" y="270164"/>
                    <a:pt x="274722" y="279201"/>
                  </a:cubicBezTo>
                  <a:cubicBezTo>
                    <a:pt x="274722" y="295985"/>
                    <a:pt x="260453" y="310187"/>
                    <a:pt x="242293" y="310187"/>
                  </a:cubicBezTo>
                  <a:cubicBezTo>
                    <a:pt x="225429" y="310187"/>
                    <a:pt x="211160" y="295985"/>
                    <a:pt x="211160" y="279201"/>
                  </a:cubicBezTo>
                  <a:cubicBezTo>
                    <a:pt x="211160" y="270164"/>
                    <a:pt x="213755" y="263708"/>
                    <a:pt x="218943" y="257253"/>
                  </a:cubicBezTo>
                  <a:cubicBezTo>
                    <a:pt x="218943" y="257253"/>
                    <a:pt x="218943" y="257253"/>
                    <a:pt x="148896" y="257253"/>
                  </a:cubicBezTo>
                  <a:cubicBezTo>
                    <a:pt x="154084" y="263708"/>
                    <a:pt x="157976" y="270164"/>
                    <a:pt x="157976" y="279201"/>
                  </a:cubicBezTo>
                  <a:cubicBezTo>
                    <a:pt x="157976" y="295985"/>
                    <a:pt x="143707" y="310187"/>
                    <a:pt x="125547" y="310187"/>
                  </a:cubicBezTo>
                  <a:cubicBezTo>
                    <a:pt x="108683" y="310187"/>
                    <a:pt x="93117" y="295985"/>
                    <a:pt x="93117" y="279201"/>
                  </a:cubicBezTo>
                  <a:cubicBezTo>
                    <a:pt x="93117" y="270164"/>
                    <a:pt x="97009" y="263708"/>
                    <a:pt x="102197" y="257253"/>
                  </a:cubicBezTo>
                  <a:cubicBezTo>
                    <a:pt x="102197" y="257253"/>
                    <a:pt x="102197" y="257253"/>
                    <a:pt x="93117" y="257253"/>
                  </a:cubicBezTo>
                  <a:cubicBezTo>
                    <a:pt x="90523" y="257253"/>
                    <a:pt x="87928" y="255962"/>
                    <a:pt x="86631" y="253380"/>
                  </a:cubicBezTo>
                  <a:cubicBezTo>
                    <a:pt x="85334" y="252089"/>
                    <a:pt x="84037" y="248215"/>
                    <a:pt x="85334" y="245633"/>
                  </a:cubicBezTo>
                  <a:cubicBezTo>
                    <a:pt x="85334" y="245633"/>
                    <a:pt x="85334" y="245633"/>
                    <a:pt x="100900" y="201737"/>
                  </a:cubicBezTo>
                  <a:cubicBezTo>
                    <a:pt x="102197" y="199154"/>
                    <a:pt x="104792" y="196572"/>
                    <a:pt x="107386" y="196572"/>
                  </a:cubicBezTo>
                  <a:cubicBezTo>
                    <a:pt x="107386" y="196572"/>
                    <a:pt x="107386" y="196572"/>
                    <a:pt x="51607" y="37769"/>
                  </a:cubicBezTo>
                  <a:cubicBezTo>
                    <a:pt x="51607" y="37769"/>
                    <a:pt x="51607" y="37769"/>
                    <a:pt x="6206" y="19694"/>
                  </a:cubicBezTo>
                  <a:cubicBezTo>
                    <a:pt x="1017" y="18403"/>
                    <a:pt x="-1577" y="11948"/>
                    <a:pt x="1017" y="6783"/>
                  </a:cubicBezTo>
                  <a:cubicBezTo>
                    <a:pt x="2315" y="1619"/>
                    <a:pt x="8800" y="-963"/>
                    <a:pt x="13989" y="328"/>
                  </a:cubicBezTo>
                  <a:close/>
                </a:path>
              </a:pathLst>
            </a:custGeom>
            <a:solidFill>
              <a:srgbClr val="EA791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51" name="图形"/>
            <p:cNvSpPr/>
            <p:nvPr>
              <p:custDataLst>
                <p:tags r:id="rId4"/>
              </p:custDataLst>
            </p:nvPr>
          </p:nvSpPr>
          <p:spPr>
            <a:xfrm>
              <a:off x="10040144" y="4024718"/>
              <a:ext cx="419100" cy="311150"/>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rgbClr val="56A4D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pSp>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dur="50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custDataLst>
              <p:tags r:id="rId2"/>
            </p:custDataLst>
          </p:nvPr>
        </p:nvGrpSpPr>
        <p:grpSpPr>
          <a:xfrm>
            <a:off x="1091525" y="2163061"/>
            <a:ext cx="6482715" cy="3029371"/>
            <a:chOff x="800100" y="2208530"/>
            <a:chExt cx="6482715" cy="3029371"/>
          </a:xfrm>
        </p:grpSpPr>
        <p:sp>
          <p:nvSpPr>
            <p:cNvPr id="5" name="图形"/>
            <p:cNvSpPr/>
            <p:nvPr>
              <p:custDataLst>
                <p:tags r:id="rId3"/>
              </p:custDataLst>
            </p:nvPr>
          </p:nvSpPr>
          <p:spPr bwMode="auto">
            <a:xfrm>
              <a:off x="800101" y="2208530"/>
              <a:ext cx="2010901" cy="363483"/>
            </a:xfrm>
            <a:prstGeom prst="roundRect">
              <a:avLst>
                <a:gd name="adj" fmla="val 50000"/>
              </a:avLst>
            </a:prstGeom>
            <a:solidFill>
              <a:srgbClr val="56A4D3"/>
            </a:solidFill>
            <a:ln w="38100">
              <a:noFill/>
            </a:ln>
          </p:spPr>
          <p:style>
            <a:lnRef idx="2">
              <a:schemeClr val="dk1"/>
            </a:lnRef>
            <a:fillRef idx="1">
              <a:schemeClr val="lt1"/>
            </a:fillRef>
            <a:effectRef idx="0">
              <a:schemeClr val="dk1"/>
            </a:effectRef>
            <a:fontRef idx="minor">
              <a:schemeClr val="dk1"/>
            </a:fontRef>
          </p:style>
          <p:txBody>
            <a:bodyPr rtlCol="0" anchor="ctr">
              <a:no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   </a:t>
              </a:r>
              <a:r>
                <a:rPr lang="zh-CN" altLang="en-US"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6" name="图形"/>
            <p:cNvSpPr/>
            <p:nvPr>
              <p:custDataLst>
                <p:tags r:id="rId4"/>
              </p:custDataLst>
            </p:nvPr>
          </p:nvSpPr>
          <p:spPr>
            <a:xfrm>
              <a:off x="800100" y="2770291"/>
              <a:ext cx="3060065" cy="1022350"/>
            </a:xfrm>
            <a:prstGeom prst="snip2SameRect">
              <a:avLst>
                <a:gd name="adj1" fmla="val 0"/>
                <a:gd name="adj2" fmla="val 0"/>
              </a:avLst>
            </a:prstGeom>
            <a:ln>
              <a:noFill/>
            </a:ln>
          </p:spPr>
          <p:txBody>
            <a:bodyPr wrap="square" anchor="t"/>
            <a:lstStyle/>
            <a:p>
              <a:pPr algn="l">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7" name="图形"/>
            <p:cNvSpPr/>
            <p:nvPr>
              <p:custDataLst>
                <p:tags r:id="rId5"/>
              </p:custDataLst>
            </p:nvPr>
          </p:nvSpPr>
          <p:spPr bwMode="auto">
            <a:xfrm>
              <a:off x="4222751" y="2208530"/>
              <a:ext cx="2010725" cy="363416"/>
            </a:xfrm>
            <a:prstGeom prst="roundRect">
              <a:avLst>
                <a:gd name="adj" fmla="val 50000"/>
              </a:avLst>
            </a:prstGeom>
            <a:solidFill>
              <a:srgbClr val="EA7912"/>
            </a:solidFill>
            <a:ln w="38100">
              <a:noFill/>
            </a:ln>
          </p:spPr>
          <p:style>
            <a:lnRef idx="2">
              <a:schemeClr val="dk1"/>
            </a:lnRef>
            <a:fillRef idx="1">
              <a:schemeClr val="lt1"/>
            </a:fillRef>
            <a:effectRef idx="0">
              <a:schemeClr val="dk1"/>
            </a:effectRef>
            <a:fontRef idx="minor">
              <a:schemeClr val="dk1"/>
            </a:fontRef>
          </p:style>
          <p:txBody>
            <a:bodyPr rtlCol="0" anchor="ctr">
              <a:no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   </a:t>
              </a:r>
              <a:r>
                <a:rPr lang="zh-CN" altLang="en-US"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8" name="图形"/>
            <p:cNvSpPr/>
            <p:nvPr>
              <p:custDataLst>
                <p:tags r:id="rId6"/>
              </p:custDataLst>
            </p:nvPr>
          </p:nvSpPr>
          <p:spPr>
            <a:xfrm>
              <a:off x="4222750" y="2770926"/>
              <a:ext cx="3060065" cy="610235"/>
            </a:xfrm>
            <a:prstGeom prst="snip2SameRect">
              <a:avLst>
                <a:gd name="adj1" fmla="val 0"/>
                <a:gd name="adj2" fmla="val 0"/>
              </a:avLst>
            </a:prstGeom>
            <a:ln>
              <a:noFill/>
            </a:ln>
          </p:spPr>
          <p:txBody>
            <a:bodyPr wrap="square" anchor="t"/>
            <a:lstStyle/>
            <a:p>
              <a:pPr algn="l">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9" name="图形"/>
            <p:cNvSpPr/>
            <p:nvPr>
              <p:custDataLst>
                <p:tags r:id="rId7"/>
              </p:custDataLst>
            </p:nvPr>
          </p:nvSpPr>
          <p:spPr bwMode="auto">
            <a:xfrm>
              <a:off x="800101" y="4065270"/>
              <a:ext cx="2010725" cy="363416"/>
            </a:xfrm>
            <a:prstGeom prst="roundRect">
              <a:avLst>
                <a:gd name="adj" fmla="val 50000"/>
              </a:avLst>
            </a:prstGeom>
            <a:solidFill>
              <a:srgbClr val="EA7912"/>
            </a:solidFill>
            <a:ln w="38100">
              <a:noFill/>
            </a:ln>
          </p:spPr>
          <p:style>
            <a:lnRef idx="2">
              <a:schemeClr val="dk1"/>
            </a:lnRef>
            <a:fillRef idx="1">
              <a:schemeClr val="lt1"/>
            </a:fillRef>
            <a:effectRef idx="0">
              <a:schemeClr val="dk1"/>
            </a:effectRef>
            <a:fontRef idx="minor">
              <a:schemeClr val="dk1"/>
            </a:fontRef>
          </p:style>
          <p:txBody>
            <a:bodyPr rtlCol="0" anchor="ctr">
              <a:no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   </a:t>
              </a:r>
              <a:r>
                <a:rPr lang="zh-CN" altLang="en-US"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0" name="图形"/>
            <p:cNvSpPr/>
            <p:nvPr>
              <p:custDataLst>
                <p:tags r:id="rId8"/>
              </p:custDataLst>
            </p:nvPr>
          </p:nvSpPr>
          <p:spPr>
            <a:xfrm>
              <a:off x="800100" y="4627666"/>
              <a:ext cx="3060065" cy="610235"/>
            </a:xfrm>
            <a:prstGeom prst="snip2SameRect">
              <a:avLst>
                <a:gd name="adj1" fmla="val 0"/>
                <a:gd name="adj2" fmla="val 0"/>
              </a:avLst>
            </a:prstGeom>
            <a:ln>
              <a:noFill/>
            </a:ln>
          </p:spPr>
          <p:txBody>
            <a:bodyPr wrap="square" anchor="t"/>
            <a:lstStyle/>
            <a:p>
              <a:pPr algn="l">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sp>
          <p:nvSpPr>
            <p:cNvPr id="11" name="图形"/>
            <p:cNvSpPr/>
            <p:nvPr>
              <p:custDataLst>
                <p:tags r:id="rId9"/>
              </p:custDataLst>
            </p:nvPr>
          </p:nvSpPr>
          <p:spPr bwMode="auto">
            <a:xfrm>
              <a:off x="4222751" y="4065270"/>
              <a:ext cx="2010725" cy="363416"/>
            </a:xfrm>
            <a:prstGeom prst="roundRect">
              <a:avLst>
                <a:gd name="adj" fmla="val 50000"/>
              </a:avLst>
            </a:prstGeom>
            <a:solidFill>
              <a:srgbClr val="56A4D3"/>
            </a:solidFill>
            <a:ln w="38100">
              <a:noFill/>
            </a:ln>
          </p:spPr>
          <p:style>
            <a:lnRef idx="2">
              <a:schemeClr val="dk1"/>
            </a:lnRef>
            <a:fillRef idx="1">
              <a:schemeClr val="lt1"/>
            </a:fillRef>
            <a:effectRef idx="0">
              <a:schemeClr val="dk1"/>
            </a:effectRef>
            <a:fontRef idx="minor">
              <a:schemeClr val="dk1"/>
            </a:fontRef>
          </p:style>
          <p:txBody>
            <a:bodyPr rtlCol="0" anchor="ctr">
              <a:no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   </a:t>
              </a:r>
              <a:r>
                <a:rPr lang="zh-CN" altLang="en-US"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预设标题文本</a:t>
              </a:r>
              <a:endParaRPr lang="zh-CN" altLang="en-US" b="1"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sp>
          <p:nvSpPr>
            <p:cNvPr id="12" name="图形"/>
            <p:cNvSpPr/>
            <p:nvPr>
              <p:custDataLst>
                <p:tags r:id="rId10"/>
              </p:custDataLst>
            </p:nvPr>
          </p:nvSpPr>
          <p:spPr>
            <a:xfrm>
              <a:off x="4222750" y="4627666"/>
              <a:ext cx="3060065" cy="610235"/>
            </a:xfrm>
            <a:prstGeom prst="snip2SameRect">
              <a:avLst>
                <a:gd name="adj1" fmla="val 0"/>
                <a:gd name="adj2" fmla="val 0"/>
              </a:avLst>
            </a:prstGeom>
            <a:ln>
              <a:noFill/>
            </a:ln>
          </p:spPr>
          <p:txBody>
            <a:bodyPr wrap="square" anchor="t"/>
            <a:lstStyle/>
            <a:p>
              <a:pPr algn="l">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panose="00020600040101010101" charset="-122"/>
                  <a:sym typeface="阿里巴巴普惠体"/>
                </a:rPr>
                <a:t>请在此添加您的文本，文字数量简洁明了即可，不需太过冗长</a:t>
              </a:r>
            </a:p>
          </p:txBody>
        </p:sp>
      </p:grpSp>
      <p:pic>
        <p:nvPicPr>
          <p:cNvPr id="13" name="图片 12"/>
          <p:cNvPicPr>
            <a:picLocks noChangeAspect="1"/>
          </p:cNvPicPr>
          <p:nvPr/>
        </p:nvPicPr>
        <p:blipFill>
          <a:blip r:embed="rId12" cstate="email">
            <a:extLst>
              <a:ext uri="{28A0092B-C50C-407E-A947-70E740481C1C}">
                <a14:useLocalDpi xmlns:a14="http://schemas.microsoft.com/office/drawing/2010/main"/>
              </a:ext>
            </a:extLst>
          </a:blip>
          <a:srcRect/>
          <a:stretch>
            <a:fillRect/>
          </a:stretch>
        </p:blipFill>
        <p:spPr>
          <a:xfrm>
            <a:off x="7708051" y="2038370"/>
            <a:ext cx="3738004" cy="3634171"/>
          </a:xfrm>
          <a:prstGeom prst="ellipse">
            <a:avLst/>
          </a:prstGeom>
        </p:spPr>
      </p:pic>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defPPr>
              <a:defRPr lang="zh-CN"/>
            </a:defPPr>
            <a:lvl1pPr marL="457200" indent="-457200">
              <a:buFont typeface="Wingdings" panose="05000000000000000000" pitchFamily="2" charset="2"/>
              <a:buChar char="u"/>
              <a:defRPr sz="2800" spc="300">
                <a:solidFill>
                  <a:schemeClr val="tx1">
                    <a:lumMod val="85000"/>
                    <a:lumOff val="15000"/>
                  </a:schemeClr>
                </a:solidFill>
                <a:latin typeface="汉仪大宋简" panose="02010609000101010101" pitchFamily="49" charset="-122"/>
                <a:ea typeface="汉仪大宋简" panose="02010609000101010101" pitchFamily="49" charset="-122"/>
                <a:cs typeface="阿里巴巴普惠体" panose="00020600040101010101" charset="-122"/>
              </a:defRPr>
            </a:lvl1pPr>
          </a:lstStyle>
          <a:p>
            <a:r>
              <a:rPr lang="zh-CN" altLang="en-US" dirty="0">
                <a:latin typeface="思源宋体 CN Heavy" panose="02020900000000000000" pitchFamily="18" charset="-122"/>
                <a:ea typeface="思源宋体 CN Heavy" panose="02020900000000000000" pitchFamily="18" charset="-122"/>
                <a:sym typeface="阿里巴巴普惠体"/>
              </a:rPr>
              <a:t>工作总体思路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dur="5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nodeType="afterGroup">
                            <p:stCondLst>
                              <p:cond delay="500"/>
                            </p:stCondLst>
                            <p:childTnLst>
                              <p:par>
                                <p:cTn id="9" presetID="53" presetClass="entr" presetSubtype="16" dur="50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ïSlíďê"/>
          <p:cNvSpPr/>
          <p:nvPr/>
        </p:nvSpPr>
        <p:spPr>
          <a:xfrm>
            <a:off x="1129581" y="3635248"/>
            <a:ext cx="10049772" cy="2191254"/>
          </a:xfrm>
          <a:prstGeom prst="roundRect">
            <a:avLst>
              <a:gd name="adj" fmla="val 0"/>
            </a:avLst>
          </a:prstGeom>
          <a:gradFill>
            <a:gsLst>
              <a:gs pos="17000">
                <a:schemeClr val="bg1">
                  <a:alpha val="0"/>
                </a:schemeClr>
              </a:gs>
              <a:gs pos="99000">
                <a:srgbClr val="FCEAEA"/>
              </a:gs>
            </a:gsLst>
            <a:lin ang="19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panose="00020600040101010101" charset="-122"/>
              <a:sym typeface="阿里巴巴普惠体"/>
            </a:endParaRPr>
          </a:p>
        </p:txBody>
      </p:sp>
      <p:graphicFrame>
        <p:nvGraphicFramePr>
          <p:cNvPr id="24" name="图表 23"/>
          <p:cNvGraphicFramePr/>
          <p:nvPr/>
        </p:nvGraphicFramePr>
        <p:xfrm>
          <a:off x="1113449" y="1280114"/>
          <a:ext cx="10065904" cy="2264356"/>
        </p:xfrm>
        <a:graphic>
          <a:graphicData uri="http://schemas.openxmlformats.org/drawingml/2006/chart">
            <c:chart xmlns:c="http://schemas.openxmlformats.org/drawingml/2006/chart" xmlns:r="http://schemas.openxmlformats.org/officeDocument/2006/relationships" r:id="rId4"/>
          </a:graphicData>
        </a:graphic>
      </p:graphicFrame>
      <p:sp>
        <p:nvSpPr>
          <p:cNvPr id="25" name="1"/>
          <p:cNvSpPr txBox="1">
            <a:spLocks noChangeArrowheads="1"/>
          </p:cNvSpPr>
          <p:nvPr/>
        </p:nvSpPr>
        <p:spPr bwMode="auto">
          <a:xfrm>
            <a:off x="4630130" y="3938061"/>
            <a:ext cx="6076163" cy="158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cs typeface="阿里巴巴普惠体" panose="00020600040101010101" charset="-122"/>
                <a:sym typeface="阿里巴巴普惠体"/>
              </a:rPr>
              <a:t>请在此处添加具体内容，文字尽量言简意赅，简单说明即可，请在此处添加具体内容，文字尽量言简意赅，简单说明即可</a:t>
            </a:r>
            <a:endParaRPr lang="en-US" altLang="zh-CN" sz="1400" dirty="0">
              <a:solidFill>
                <a:schemeClr val="tx1">
                  <a:lumMod val="75000"/>
                  <a:lumOff val="25000"/>
                </a:schemeClr>
              </a:solidFill>
              <a:latin typeface="微软雅黑" panose="020B0503020204020204" pitchFamily="34" charset="-122"/>
              <a:cs typeface="阿里巴巴普惠体" panose="00020600040101010101" charset="-122"/>
              <a:sym typeface="阿里巴巴普惠体"/>
            </a:endParaRPr>
          </a:p>
          <a:p>
            <a:pPr algn="just" defTabSz="987425" fontAlgn="base">
              <a:lnSpc>
                <a:spcPct val="150000"/>
              </a:lnSpc>
              <a:spcBef>
                <a:spcPct val="0"/>
              </a:spcBef>
              <a:spcAft>
                <a:spcPct val="0"/>
              </a:spcAft>
              <a:defRPr/>
            </a:pPr>
            <a:endParaRPr lang="zh-CN" altLang="en-US" sz="1400" dirty="0">
              <a:solidFill>
                <a:schemeClr val="tx1">
                  <a:lumMod val="75000"/>
                  <a:lumOff val="25000"/>
                </a:schemeClr>
              </a:solidFill>
              <a:latin typeface="微软雅黑" panose="020B0503020204020204" pitchFamily="34" charset="-122"/>
              <a:cs typeface="阿里巴巴普惠体" panose="00020600040101010101" charset="-122"/>
              <a:sym typeface="阿里巴巴普惠体"/>
            </a:endParaRPr>
          </a:p>
          <a:p>
            <a:pPr algn="just" defTabSz="987425" fontAlgn="base">
              <a:lnSpc>
                <a:spcPct val="150000"/>
              </a:lnSpc>
              <a:spcBef>
                <a:spcPct val="0"/>
              </a:spcBef>
              <a:spcAft>
                <a:spcPct val="0"/>
              </a:spcAft>
              <a:defRPr/>
            </a:pPr>
            <a:r>
              <a:rPr lang="zh-CN" altLang="en-US" sz="1400" dirty="0">
                <a:solidFill>
                  <a:schemeClr val="tx1">
                    <a:lumMod val="75000"/>
                    <a:lumOff val="25000"/>
                  </a:schemeClr>
                </a:solidFill>
                <a:latin typeface="微软雅黑" panose="020B0503020204020204" pitchFamily="34" charset="-122"/>
                <a:cs typeface="阿里巴巴普惠体" panose="00020600040101010101" charset="-122"/>
                <a:sym typeface="阿里巴巴普惠体"/>
              </a:rPr>
              <a:t>请在此处添加具体内容，文字尽量言简意赅，简单说明即可，请在此处添加具体内容，文字尽量言简意赅，简单说明即可</a:t>
            </a:r>
          </a:p>
        </p:txBody>
      </p:sp>
      <p:sp>
        <p:nvSpPr>
          <p:cNvPr id="26" name="1"/>
          <p:cNvSpPr txBox="1">
            <a:spLocks noChangeArrowheads="1"/>
          </p:cNvSpPr>
          <p:nvPr/>
        </p:nvSpPr>
        <p:spPr bwMode="auto">
          <a:xfrm>
            <a:off x="1706611" y="4293434"/>
            <a:ext cx="19018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defTabSz="457200">
              <a:spcBef>
                <a:spcPct val="0"/>
              </a:spcBef>
            </a:pPr>
            <a:r>
              <a:rPr lang="zh-CN" altLang="en-US" sz="2000" dirty="0">
                <a:solidFill>
                  <a:schemeClr val="tx1">
                    <a:lumMod val="75000"/>
                    <a:lumOff val="25000"/>
                  </a:schemeClr>
                </a:solidFill>
                <a:latin typeface="微软雅黑" panose="020B0503020204020204" pitchFamily="34" charset="-122"/>
                <a:cs typeface="阿里巴巴普惠体" panose="00020600040101010101" charset="-122"/>
                <a:sym typeface="阿里巴巴普惠体"/>
              </a:rPr>
              <a:t>标题文字</a:t>
            </a:r>
          </a:p>
        </p:txBody>
      </p:sp>
      <p:sp>
        <p:nvSpPr>
          <p:cNvPr id="27" name="1"/>
          <p:cNvSpPr txBox="1">
            <a:spLocks noChangeArrowheads="1"/>
          </p:cNvSpPr>
          <p:nvPr/>
        </p:nvSpPr>
        <p:spPr bwMode="auto">
          <a:xfrm>
            <a:off x="1698757" y="4723991"/>
            <a:ext cx="272809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1216025" rtl="0" eaLnBrk="1" fontAlgn="auto" latinLnBrk="0" hangingPunct="1">
              <a:lnSpc>
                <a:spcPct val="100000"/>
              </a:lnSpc>
              <a:spcBef>
                <a:spcPct val="20000"/>
              </a:spcBef>
              <a:spcAft>
                <a:spcPct val="0"/>
              </a:spcAft>
              <a:buClrTx/>
              <a:buSzTx/>
              <a:buFontTx/>
              <a:buNone/>
              <a:defRPr/>
            </a:pPr>
            <a:r>
              <a:rPr lang="en-US" altLang="zh-CN" sz="4000" b="1" dirty="0">
                <a:solidFill>
                  <a:srgbClr val="EA7912"/>
                </a:solidFill>
                <a:latin typeface="微软雅黑" panose="020B0503020204020204" pitchFamily="34" charset="-122"/>
                <a:cs typeface="阿里巴巴普惠体" panose="00020600040101010101" charset="-122"/>
                <a:sym typeface="阿里巴巴普惠体"/>
              </a:rPr>
              <a:t>36,000+W</a:t>
            </a:r>
            <a:endParaRPr kumimoji="0" lang="en-US" altLang="zh-CN" sz="4000" b="1" i="0" u="none" strike="noStrike" kern="1200" cap="none" spc="0" normalizeH="0" baseline="0" noProof="0" dirty="0">
              <a:ln>
                <a:noFill/>
              </a:ln>
              <a:solidFill>
                <a:srgbClr val="EA7912"/>
              </a:solidFill>
              <a:effectLst/>
              <a:uLnTx/>
              <a:uFillTx/>
              <a:latin typeface="微软雅黑" panose="020B0503020204020204" pitchFamily="34" charset="-122"/>
              <a:cs typeface="阿里巴巴普惠体" panose="00020600040101010101" charset="-122"/>
              <a:sym typeface="阿里巴巴普惠体"/>
            </a:endParaRPr>
          </a:p>
        </p:txBody>
      </p:sp>
      <p:cxnSp>
        <p:nvCxnSpPr>
          <p:cNvPr id="28" name="直接连接符 27"/>
          <p:cNvCxnSpPr/>
          <p:nvPr/>
        </p:nvCxnSpPr>
        <p:spPr>
          <a:xfrm flipH="1">
            <a:off x="4212740" y="4338905"/>
            <a:ext cx="0" cy="53401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90502" y="314795"/>
            <a:ext cx="6003948" cy="516758"/>
          </a:xfrm>
          <a:prstGeom prst="rect">
            <a:avLst/>
          </a:prstGeom>
          <a:noFill/>
          <a:effectLst/>
        </p:spPr>
        <p:txBody>
          <a:bodyPr wrap="square" lIns="85039" tIns="42520" rIns="85039" bIns="42520" rtlCol="0">
            <a:spAutoFit/>
          </a:bodyPr>
          <a:lstStyle/>
          <a:p>
            <a:pPr marL="457200" indent="-457200">
              <a:buFont typeface="Wingdings" panose="05000000000000000000" pitchFamily="2" charset="2"/>
              <a:buChar char="u"/>
            </a:pPr>
            <a:r>
              <a:rPr lang="zh-CN" altLang="en-US" sz="2800" spc="300" dirty="0">
                <a:solidFill>
                  <a:schemeClr val="tx1">
                    <a:lumMod val="85000"/>
                    <a:lumOff val="15000"/>
                  </a:schemeClr>
                </a:solidFill>
                <a:latin typeface="思源宋体 CN Heavy" panose="02020900000000000000" pitchFamily="18" charset="-122"/>
                <a:ea typeface="思源宋体 CN Heavy" panose="02020900000000000000" pitchFamily="18" charset="-122"/>
                <a:cs typeface="阿里巴巴普惠体" panose="00020600040101010101" charset="-122"/>
                <a:sym typeface="阿里巴巴普惠体"/>
              </a:rPr>
              <a:t>工作总体思路</a:t>
            </a:r>
          </a:p>
        </p:txBody>
      </p:sp>
      <p:sp>
        <p:nvSpPr>
          <p:cNvPr id="9" name="TextBox 4">
            <a:extLst>
              <a:ext uri="{FF2B5EF4-FFF2-40B4-BE49-F238E27FC236}">
                <a16:creationId xmlns:a16="http://schemas.microsoft.com/office/drawing/2014/main" id="{927B16AF-D132-4302-882A-87EC80A2531D}"/>
              </a:ext>
            </a:extLst>
          </p:cNvPr>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advTm="2000">
        <p14:flythrough/>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4" dur="50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4" presetClass="entr" presetSubtype="10" dur="5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42" presetClass="entr" presetSubtype="0" dur="100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1000"/>
                                        <p:tgtEl>
                                          <p:spTgt spid="26"/>
                                        </p:tgtEl>
                                      </p:cBhvr>
                                    </p:animEffect>
                                    <p:anim calcmode="lin" valueType="num">
                                      <p:cBhvr>
                                        <p:cTn id="18" dur="1000" fill="hold"/>
                                        <p:tgtEl>
                                          <p:spTgt spid="26"/>
                                        </p:tgtEl>
                                        <p:attrNameLst>
                                          <p:attrName>ppt_x</p:attrName>
                                        </p:attrNameLst>
                                      </p:cBhvr>
                                      <p:tavLst>
                                        <p:tav tm="0">
                                          <p:val>
                                            <p:strVal val="#ppt_x"/>
                                          </p:val>
                                        </p:tav>
                                        <p:tav tm="100000">
                                          <p:val>
                                            <p:strVal val="#ppt_x"/>
                                          </p:val>
                                        </p:tav>
                                      </p:tavLst>
                                    </p:anim>
                                    <p:anim calcmode="lin" valueType="num">
                                      <p:cBhvr>
                                        <p:cTn id="19" dur="1000" fill="hold"/>
                                        <p:tgtEl>
                                          <p:spTgt spid="26"/>
                                        </p:tgtEl>
                                        <p:attrNameLst>
                                          <p:attrName>ppt_y</p:attrName>
                                        </p:attrNameLst>
                                      </p:cBhvr>
                                      <p:tavLst>
                                        <p:tav tm="0">
                                          <p:val>
                                            <p:strVal val="#ppt_y+.1"/>
                                          </p:val>
                                        </p:tav>
                                        <p:tav tm="100000">
                                          <p:val>
                                            <p:strVal val="#ppt_y"/>
                                          </p:val>
                                        </p:tav>
                                      </p:tavLst>
                                    </p:anim>
                                  </p:childTnLst>
                                </p:cTn>
                              </p:par>
                              <p:par>
                                <p:cTn id="20" presetID="42" presetClass="entr" presetSubtype="0" dur="100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1000"/>
                                        <p:tgtEl>
                                          <p:spTgt spid="27"/>
                                        </p:tgtEl>
                                      </p:cBhvr>
                                    </p:animEffect>
                                    <p:anim calcmode="lin" valueType="num">
                                      <p:cBhvr>
                                        <p:cTn id="23" dur="1000" fill="hold"/>
                                        <p:tgtEl>
                                          <p:spTgt spid="27"/>
                                        </p:tgtEl>
                                        <p:attrNameLst>
                                          <p:attrName>ppt_x</p:attrName>
                                        </p:attrNameLst>
                                      </p:cBhvr>
                                      <p:tavLst>
                                        <p:tav tm="0">
                                          <p:val>
                                            <p:strVal val="#ppt_x"/>
                                          </p:val>
                                        </p:tav>
                                        <p:tav tm="100000">
                                          <p:val>
                                            <p:strVal val="#ppt_x"/>
                                          </p:val>
                                        </p:tav>
                                      </p:tavLst>
                                    </p:anim>
                                    <p:anim calcmode="lin" valueType="num">
                                      <p:cBhvr>
                                        <p:cTn id="2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p:stCondLst>
                              <p:cond delay="0"/>
                            </p:stCondLst>
                            <p:childTnLst>
                              <p:par>
                                <p:cTn id="27" presetID="22" presetClass="entr" presetSubtype="8" dur="50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24" grpId="0">
        <p:bldAsOne/>
      </p:bldGraphic>
      <p:bldP spid="25" grpId="0"/>
      <p:bldP spid="26" grpId="0"/>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a:ln>
            <a:noFill/>
          </a:ln>
        </p:spPr>
      </p:pic>
      <p:sp>
        <p:nvSpPr>
          <p:cNvPr id="2" name="文本框 1"/>
          <p:cNvSpPr txBox="1"/>
          <p:nvPr/>
        </p:nvSpPr>
        <p:spPr>
          <a:xfrm>
            <a:off x="1307574" y="2649303"/>
            <a:ext cx="2238265" cy="1261884"/>
          </a:xfrm>
          <a:prstGeom prst="rect">
            <a:avLst/>
          </a:prstGeom>
          <a:noFill/>
        </p:spPr>
        <p:txBody>
          <a:bodyPr wrap="square" rtlCol="0">
            <a:spAutoFit/>
          </a:bodyPr>
          <a:lstStyle/>
          <a:p>
            <a:pPr algn="dist"/>
            <a:r>
              <a:rPr kumimoji="1" lang="zh-CN" altLang="en-US" sz="7600" dirty="0">
                <a:latin typeface="思源宋体 CN Heavy" panose="02020900000000000000" pitchFamily="18" charset="-122"/>
                <a:ea typeface="思源宋体 CN Heavy" panose="02020900000000000000" pitchFamily="18" charset="-122"/>
              </a:rPr>
              <a:t>心怀</a:t>
            </a:r>
          </a:p>
        </p:txBody>
      </p:sp>
      <p:sp>
        <p:nvSpPr>
          <p:cNvPr id="4" name="文本框 3"/>
          <p:cNvSpPr txBox="1"/>
          <p:nvPr/>
        </p:nvSpPr>
        <p:spPr>
          <a:xfrm>
            <a:off x="6937482" y="3847209"/>
            <a:ext cx="4299348" cy="619978"/>
          </a:xfrm>
          <a:prstGeom prst="rect">
            <a:avLst/>
          </a:prstGeom>
          <a:noFill/>
        </p:spPr>
        <p:txBody>
          <a:bodyPr wrap="square" rtlCol="0">
            <a:spAutoFit/>
          </a:bodyPr>
          <a:lstStyle/>
          <a:p>
            <a:pPr>
              <a:lnSpc>
                <a:spcPct val="130000"/>
              </a:lnSpc>
            </a:pPr>
            <a:r>
              <a:rPr kumimoji="1" lang="en-GB" altLang="zh-CN" sz="900" dirty="0">
                <a:solidFill>
                  <a:schemeClr val="tx1">
                    <a:lumMod val="75000"/>
                    <a:lumOff val="25000"/>
                  </a:schemeClr>
                </a:solidFill>
                <a:latin typeface="微软雅黑" panose="020B0503020204020204" pitchFamily="34" charset="-122"/>
                <a:ea typeface="微软雅黑" panose="020B0503020204020204" pitchFamily="34" charset="-122"/>
              </a:rPr>
              <a:t>Your content is entered here, or by copying your text, select paste in this box and choose to retain only text. your content is typed here, or by copying your text, select paste in this box.</a:t>
            </a:r>
          </a:p>
        </p:txBody>
      </p:sp>
      <p:sp>
        <p:nvSpPr>
          <p:cNvPr id="5" name="文本框 4"/>
          <p:cNvSpPr txBox="1"/>
          <p:nvPr/>
        </p:nvSpPr>
        <p:spPr>
          <a:xfrm>
            <a:off x="6896941" y="2649303"/>
            <a:ext cx="4361758" cy="1261884"/>
          </a:xfrm>
          <a:prstGeom prst="rect">
            <a:avLst/>
          </a:prstGeom>
          <a:noFill/>
        </p:spPr>
        <p:txBody>
          <a:bodyPr wrap="square" rtlCol="0">
            <a:spAutoFit/>
          </a:bodyPr>
          <a:lstStyle/>
          <a:p>
            <a:pPr algn="dist"/>
            <a:r>
              <a:rPr kumimoji="1" lang="zh-CN" altLang="en-US" sz="7600" dirty="0">
                <a:latin typeface="思源宋体 CN Heavy" panose="02020900000000000000" pitchFamily="18" charset="-122"/>
                <a:ea typeface="思源宋体 CN Heavy" panose="02020900000000000000" pitchFamily="18" charset="-122"/>
              </a:rPr>
              <a:t>无惧远方</a:t>
            </a:r>
          </a:p>
        </p:txBody>
      </p:sp>
      <p:pic>
        <p:nvPicPr>
          <p:cNvPr id="11" name="图片 10"/>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97414" y="3766908"/>
            <a:ext cx="2524119" cy="411278"/>
          </a:xfrm>
          <a:prstGeom prst="rect">
            <a:avLst/>
          </a:prstGeom>
        </p:spPr>
      </p:pic>
      <p:sp>
        <p:nvSpPr>
          <p:cNvPr id="12" name="文本框 11"/>
          <p:cNvSpPr txBox="1"/>
          <p:nvPr/>
        </p:nvSpPr>
        <p:spPr>
          <a:xfrm>
            <a:off x="6937482" y="2108610"/>
            <a:ext cx="4215171" cy="584775"/>
          </a:xfrm>
          <a:prstGeom prst="rect">
            <a:avLst/>
          </a:prstGeom>
          <a:noFill/>
        </p:spPr>
        <p:txBody>
          <a:bodyPr wrap="square" rtlCol="0">
            <a:spAutoFit/>
          </a:bodyPr>
          <a:lstStyle/>
          <a:p>
            <a:pPr algn="dist"/>
            <a:r>
              <a:rPr kumimoji="1" lang="en-US" altLang="zh-CN" sz="3200" dirty="0">
                <a:latin typeface="思源宋体 CN Heavy" panose="02020900000000000000" pitchFamily="18" charset="-122"/>
                <a:ea typeface="思源宋体 CN Heavy" panose="02020900000000000000" pitchFamily="18" charset="-122"/>
              </a:rPr>
              <a:t>2O2X</a:t>
            </a:r>
            <a:r>
              <a:rPr kumimoji="1" lang="zh-CN" altLang="en-US" sz="3200" dirty="0">
                <a:latin typeface="思源宋体 CN Heavy" panose="02020900000000000000" pitchFamily="18" charset="-122"/>
                <a:ea typeface="思源宋体 CN Heavy" panose="02020900000000000000" pitchFamily="18" charset="-122"/>
              </a:rPr>
              <a:t> </a:t>
            </a:r>
            <a:r>
              <a:rPr kumimoji="1" lang="en-US" altLang="zh-CN" sz="3200" dirty="0">
                <a:latin typeface="思源宋体 CN Heavy" panose="02020900000000000000" pitchFamily="18" charset="-122"/>
                <a:ea typeface="思源宋体 CN Heavy" panose="02020900000000000000" pitchFamily="18" charset="-122"/>
              </a:rPr>
              <a:t>ANNUAL</a:t>
            </a:r>
            <a:endParaRPr kumimoji="1" lang="zh-CN" altLang="en-US" sz="3200" dirty="0">
              <a:latin typeface="思源宋体 CN Heavy" panose="02020900000000000000" pitchFamily="18" charset="-122"/>
              <a:ea typeface="思源宋体 CN Heavy" panose="02020900000000000000" pitchFamily="18" charset="-122"/>
            </a:endParaRPr>
          </a:p>
        </p:txBody>
      </p:sp>
      <p:pic>
        <p:nvPicPr>
          <p:cNvPr id="18" name="图片 1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340787" y="2693385"/>
            <a:ext cx="1415363" cy="1608202"/>
          </a:xfrm>
          <a:prstGeom prst="rect">
            <a:avLst/>
          </a:prstGeom>
          <a:effectLst>
            <a:outerShdw blurRad="38100" dist="63500" dir="2700000" algn="tl" rotWithShape="0">
              <a:prstClr val="black">
                <a:alpha val="20000"/>
              </a:prstClr>
            </a:outerShdw>
          </a:effectLst>
        </p:spPr>
      </p:pic>
      <p:pic>
        <p:nvPicPr>
          <p:cNvPr id="19" name="图片 18"/>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391643" y="1462210"/>
            <a:ext cx="2374994" cy="2907568"/>
          </a:xfrm>
          <a:prstGeom prst="rect">
            <a:avLst/>
          </a:prstGeom>
          <a:effectLst>
            <a:outerShdw blurRad="38100" dist="63500" dir="2700000" algn="tl" rotWithShape="0">
              <a:prstClr val="black">
                <a:alpha val="20000"/>
              </a:prstClr>
            </a:outerShdw>
          </a:effectLst>
        </p:spPr>
      </p:pic>
      <p:grpSp>
        <p:nvGrpSpPr>
          <p:cNvPr id="3" name="组合 2"/>
          <p:cNvGrpSpPr/>
          <p:nvPr/>
        </p:nvGrpSpPr>
        <p:grpSpPr>
          <a:xfrm>
            <a:off x="270412" y="297072"/>
            <a:ext cx="11584839" cy="713374"/>
            <a:chOff x="263598" y="297072"/>
            <a:chExt cx="11584839" cy="713374"/>
          </a:xfrm>
        </p:grpSpPr>
        <p:sp>
          <p:nvSpPr>
            <p:cNvPr id="7" name="文本框 6"/>
            <p:cNvSpPr txBox="1"/>
            <p:nvPr/>
          </p:nvSpPr>
          <p:spPr>
            <a:xfrm>
              <a:off x="263598" y="297072"/>
              <a:ext cx="1547218" cy="523220"/>
            </a:xfrm>
            <a:prstGeom prst="rect">
              <a:avLst/>
            </a:prstGeom>
            <a:noFill/>
          </p:spPr>
          <p:txBody>
            <a:bodyPr wrap="none" rtlCol="0">
              <a:spAutoFit/>
            </a:bodyPr>
            <a:lstStyle/>
            <a:p>
              <a:r>
                <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rPr>
                <a:t>第一</a:t>
              </a:r>
              <a:r>
                <a:rPr kumimoji="1" lang="en-US" altLang="zh-CN" sz="2800" dirty="0">
                  <a:solidFill>
                    <a:prstClr val="black"/>
                  </a:solidFill>
                  <a:latin typeface="微软雅黑" panose="020B0503020204020204" pitchFamily="34" charset="-122"/>
                  <a:ea typeface="微软雅黑" panose="020B0503020204020204" pitchFamily="34" charset="-122"/>
                  <a:sym typeface="阿里巴巴普惠体"/>
                </a:rPr>
                <a:t>PPT</a:t>
              </a:r>
              <a:endParaRPr kumimoji="1" lang="zh-CN" altLang="en-US" sz="2800" dirty="0">
                <a:solidFill>
                  <a:prstClr val="black"/>
                </a:solidFill>
                <a:latin typeface="微软雅黑" panose="020B0503020204020204" pitchFamily="34" charset="-122"/>
                <a:ea typeface="微软雅黑" panose="020B0503020204020204" pitchFamily="34" charset="-122"/>
                <a:sym typeface="阿里巴巴普惠体"/>
              </a:endParaRPr>
            </a:p>
          </p:txBody>
        </p:sp>
        <p:sp>
          <p:nvSpPr>
            <p:cNvPr id="8" name="文本框 7"/>
            <p:cNvSpPr txBox="1"/>
            <p:nvPr/>
          </p:nvSpPr>
          <p:spPr>
            <a:xfrm>
              <a:off x="329937" y="748836"/>
              <a:ext cx="1645920" cy="261610"/>
            </a:xfrm>
            <a:prstGeom prst="rect">
              <a:avLst/>
            </a:prstGeom>
            <a:noFill/>
          </p:spPr>
          <p:txBody>
            <a:bodyPr wrap="square" rtlCol="0">
              <a:spAutoFit/>
            </a:bodyPr>
            <a:lstStyle/>
            <a:p>
              <a:pPr algn="dist"/>
              <a:r>
                <a:rPr kumimoji="1" lang="en-US" altLang="zh-CN" sz="1050" dirty="0">
                  <a:latin typeface="微软雅黑" panose="020B0503020204020204" pitchFamily="34" charset="-122"/>
                  <a:ea typeface="微软雅黑" panose="020B0503020204020204" pitchFamily="34" charset="-122"/>
                </a:rPr>
                <a:t>COMPANY</a:t>
              </a:r>
              <a:r>
                <a:rPr kumimoji="1" lang="zh-CN" altLang="en-US" sz="1050" dirty="0">
                  <a:latin typeface="微软雅黑" panose="020B0503020204020204" pitchFamily="34" charset="-122"/>
                  <a:ea typeface="微软雅黑" panose="020B0503020204020204" pitchFamily="34" charset="-122"/>
                </a:rPr>
                <a:t> </a:t>
              </a:r>
              <a:r>
                <a:rPr kumimoji="1" lang="en-US" altLang="zh-CN" sz="1050" dirty="0">
                  <a:latin typeface="微软雅黑" panose="020B0503020204020204" pitchFamily="34" charset="-122"/>
                  <a:ea typeface="微软雅黑" panose="020B0503020204020204" pitchFamily="34" charset="-122"/>
                </a:rPr>
                <a:t>SLOGAN</a:t>
              </a:r>
            </a:p>
          </p:txBody>
        </p:sp>
        <p:sp>
          <p:nvSpPr>
            <p:cNvPr id="9" name="文本框 8"/>
            <p:cNvSpPr txBox="1"/>
            <p:nvPr/>
          </p:nvSpPr>
          <p:spPr>
            <a:xfrm>
              <a:off x="9286242" y="337712"/>
              <a:ext cx="2562195" cy="260350"/>
            </a:xfrm>
            <a:prstGeom prst="rect">
              <a:avLst/>
            </a:prstGeom>
            <a:noFill/>
          </p:spPr>
          <p:txBody>
            <a:bodyPr wrap="square" rtlCol="0">
              <a:spAutoFit/>
            </a:bodyPr>
            <a:lstStyle/>
            <a:p>
              <a:pPr algn="dist"/>
              <a:endParaRPr kumimoji="1" lang="en-US" altLang="zh-CN" sz="1100" dirty="0">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3209365" y="6214312"/>
            <a:ext cx="5773270" cy="307777"/>
          </a:xfrm>
          <a:prstGeom prst="rect">
            <a:avLst/>
          </a:prstGeom>
          <a:noFill/>
        </p:spPr>
        <p:txBody>
          <a:bodyPr wrap="square" rtlCol="0">
            <a:spAutoFit/>
          </a:bodyPr>
          <a:lstStyle/>
          <a:p>
            <a:pPr algn="dist"/>
            <a:r>
              <a:rPr kumimoji="1" lang="zh-CN" altLang="en-US" sz="1400" dirty="0">
                <a:solidFill>
                  <a:schemeClr val="bg1"/>
                </a:solidFill>
                <a:latin typeface="思源宋体 CN Heavy" panose="02020900000000000000" pitchFamily="18" charset="-122"/>
                <a:ea typeface="思源宋体 CN Heavy" panose="02020900000000000000" pitchFamily="18" charset="-122"/>
                <a:sym typeface="阿里巴巴普惠体"/>
              </a:rPr>
              <a:t>第一</a:t>
            </a:r>
            <a:r>
              <a:rPr kumimoji="1" lang="en-US" altLang="zh-CN" sz="1400" dirty="0">
                <a:solidFill>
                  <a:schemeClr val="bg1"/>
                </a:solidFill>
                <a:latin typeface="思源宋体 CN Heavy" panose="02020900000000000000" pitchFamily="18" charset="-122"/>
                <a:ea typeface="思源宋体 CN Heavy" panose="02020900000000000000" pitchFamily="18" charset="-122"/>
                <a:sym typeface="阿里巴巴普惠体"/>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商务办公系列</a:t>
            </a:r>
            <a:r>
              <a:rPr kumimoji="1" lang="en-US" altLang="zh-CN" sz="1400" dirty="0">
                <a:solidFill>
                  <a:schemeClr val="bg1"/>
                </a:solidFill>
                <a:latin typeface="思源宋体 CN Heavy" panose="02020900000000000000" pitchFamily="18" charset="-122"/>
                <a:ea typeface="思源宋体 CN Heavy" panose="02020900000000000000" pitchFamily="18" charset="-122"/>
              </a:rPr>
              <a:t>PPT</a:t>
            </a:r>
            <a:r>
              <a:rPr kumimoji="1" lang="zh-CN" altLang="en-US" sz="1400" dirty="0">
                <a:solidFill>
                  <a:schemeClr val="bg1"/>
                </a:solidFill>
                <a:latin typeface="思源宋体 CN Heavy" panose="02020900000000000000" pitchFamily="18" charset="-122"/>
                <a:ea typeface="思源宋体 CN Heavy" panose="02020900000000000000" pitchFamily="18" charset="-122"/>
              </a:rPr>
              <a:t>模板</a:t>
            </a:r>
          </a:p>
        </p:txBody>
      </p:sp>
    </p:spTree>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a:ea typeface="+mn-ea"/>
                <a:cs typeface="+mn-cs"/>
              </a:defRPr>
            </a:lvl1pPr>
            <a:lvl2pPr marL="457200" algn="l" defTabSz="914400" rtl="0" eaLnBrk="1" latinLnBrk="0" hangingPunct="1">
              <a:defRPr sz="1800" kern="1200">
                <a:solidFill>
                  <a:srgbClr val="FFFFFF"/>
                </a:solidFill>
                <a:latin typeface="Calibri"/>
                <a:ea typeface="+mn-ea"/>
                <a:cs typeface="+mn-cs"/>
              </a:defRPr>
            </a:lvl2pPr>
            <a:lvl3pPr marL="914400" algn="l" defTabSz="914400" rtl="0" eaLnBrk="1" latinLnBrk="0" hangingPunct="1">
              <a:defRPr sz="1800" kern="1200">
                <a:solidFill>
                  <a:srgbClr val="FFFFFF"/>
                </a:solidFill>
                <a:latin typeface="Calibri"/>
                <a:ea typeface="+mn-ea"/>
                <a:cs typeface="+mn-cs"/>
              </a:defRPr>
            </a:lvl3pPr>
            <a:lvl4pPr marL="1371600" algn="l" defTabSz="914400" rtl="0" eaLnBrk="1" latinLnBrk="0" hangingPunct="1">
              <a:defRPr sz="1800" kern="1200">
                <a:solidFill>
                  <a:srgbClr val="FFFFFF"/>
                </a:solidFill>
                <a:latin typeface="Calibri"/>
                <a:ea typeface="+mn-ea"/>
                <a:cs typeface="+mn-cs"/>
              </a:defRPr>
            </a:lvl4pPr>
            <a:lvl5pPr marL="1828800" algn="l" defTabSz="914400" rtl="0" eaLnBrk="1" latinLnBrk="0" hangingPunct="1">
              <a:defRPr sz="1800" kern="1200">
                <a:solidFill>
                  <a:srgbClr val="FFFFFF"/>
                </a:solidFill>
                <a:latin typeface="Calibri"/>
                <a:ea typeface="+mn-ea"/>
                <a:cs typeface="+mn-cs"/>
              </a:defRPr>
            </a:lvl5pPr>
            <a:lvl6pPr marL="2286000" algn="l" defTabSz="914400" rtl="0" eaLnBrk="1" latinLnBrk="0" hangingPunct="1">
              <a:defRPr sz="1800" kern="1200">
                <a:solidFill>
                  <a:srgbClr val="FFFFFF"/>
                </a:solidFill>
                <a:latin typeface="Calibri"/>
                <a:ea typeface="+mn-ea"/>
                <a:cs typeface="+mn-cs"/>
              </a:defRPr>
            </a:lvl6pPr>
            <a:lvl7pPr marL="2743200" algn="l" defTabSz="914400" rtl="0" eaLnBrk="1" latinLnBrk="0" hangingPunct="1">
              <a:defRPr sz="1800" kern="1200">
                <a:solidFill>
                  <a:srgbClr val="FFFFFF"/>
                </a:solidFill>
                <a:latin typeface="Calibri"/>
                <a:ea typeface="+mn-ea"/>
                <a:cs typeface="+mn-cs"/>
              </a:defRPr>
            </a:lvl7pPr>
            <a:lvl8pPr marL="3200400" algn="l" defTabSz="914400" rtl="0" eaLnBrk="1" latinLnBrk="0" hangingPunct="1">
              <a:defRPr sz="1800" kern="1200">
                <a:solidFill>
                  <a:srgbClr val="FFFFFF"/>
                </a:solidFill>
                <a:latin typeface="Calibri"/>
                <a:ea typeface="+mn-ea"/>
                <a:cs typeface="+mn-cs"/>
              </a:defRPr>
            </a:lvl8pPr>
            <a:lvl9pPr marL="3657600" algn="l" defTabSz="914400" rtl="0" eaLnBrk="1" latinLnBrk="0" hangingPunct="1">
              <a:defRPr sz="1800" kern="1200">
                <a:solidFill>
                  <a:srgbClr val="FFFFFF"/>
                </a:solidFill>
                <a:latin typeface="Calibri"/>
                <a:ea typeface="+mn-ea"/>
                <a:cs typeface="+mn-cs"/>
              </a:defRPr>
            </a:lvl9pPr>
          </a:lstStyle>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行业</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节日</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素材：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465">
              <a:solidFill>
                <a:srgbClr val="EEECE1">
                  <a:lumMod val="25000"/>
                </a:srgbClr>
              </a:solidFill>
              <a:latin typeface="微软雅黑" panose="020B0503020204020204" pitchFamily="34" charset="-122"/>
              <a:ea typeface="微软雅黑" panose="020B0503020204020204" pitchFamily="34" charset="-122"/>
            </a:endParaRPr>
          </a:p>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图表：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优秀</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下载：</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教程：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en-US" altLang="zh-CN" sz="1465">
                <a:solidFill>
                  <a:srgbClr val="EEECE1">
                    <a:lumMod val="25000"/>
                  </a:srgbClr>
                </a:solidFill>
                <a:latin typeface="微软雅黑" panose="020B0503020204020204" pitchFamily="34" charset="-122"/>
                <a:ea typeface="微软雅黑" panose="020B0503020204020204" pitchFamily="34" charset="-122"/>
              </a:rPr>
              <a:t>Word</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465">
                <a:solidFill>
                  <a:srgbClr val="EEECE1">
                    <a:lumMod val="25000"/>
                  </a:srgbClr>
                </a:solidFill>
                <a:latin typeface="微软雅黑" panose="020B0503020204020204" pitchFamily="34" charset="-122"/>
                <a:ea typeface="微软雅黑" panose="020B0503020204020204" pitchFamily="34" charset="-122"/>
              </a:rPr>
              <a:t>                        Excel</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课件：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endParaRPr lang="zh-CN" altLang="en-US" sz="1465">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Arial"/>
              <a:ea typeface="微软雅黑" panose="020B0503020204020204" pitchFamily="34" charset="-122"/>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可以在下列情况使用</a:t>
            </a:r>
            <a:endParaRPr lang="zh-CN" altLang="en-US" sz="1465"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个人学习、研究。</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不可以在以下情况使用</a:t>
            </a:r>
            <a:endParaRPr lang="zh-CN" altLang="en-US" sz="1335" b="1"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任何形式的在线付费下载。</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网络转载、线上线下传播。</a:t>
            </a:r>
            <a:endParaRPr lang="zh-CN" altLang="en-GB" sz="1465" kern="0">
              <a:solidFill>
                <a:prstClr val="white"/>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tretch>
            <a:fillRect/>
          </a:stretch>
        </p:blipFill>
        <p:spPr bwMode="auto">
          <a:xfrm>
            <a:off x="1947382" y="-404505"/>
            <a:ext cx="7893049" cy="340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cstate="email">
            <a:extLst>
              <a:ext uri="{28A0092B-C50C-407E-A947-70E740481C1C}">
                <a14:useLocalDpi xmlns:a14="http://schemas.microsoft.com/office/drawing/2010/main"/>
              </a:ext>
            </a:extLst>
          </a:blip>
          <a:stretch>
            <a:fillRect/>
          </a:stretch>
        </p:blipFill>
        <p:spPr>
          <a:xfrm>
            <a:off x="-1715569" y="629060"/>
            <a:ext cx="48000" cy="216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oZGlkIjoiYjNkNDYxMmIwNmM5NTY2OTdkODYxNGM2OGY2YmI2OGY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8.05,&quot;left&quot;:66.75,&quot;top&quot;:141.2,&quot;width&quot;:820.2}"/>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8.05,&quot;left&quot;:66.75,&quot;top&quot;:141.2,&quot;width&quot;:820.2}"/>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20.4,&quot;left&quot;:66.95,&quot;top&quot;:113.65,&quot;width&quot;:810.5}"/>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 name="KSO_WM_TAG_VERSION" val="1.0"/>
  <p:tag name="KSO_WM_TEMPLATE_CATEGORY" val="custom"/>
  <p:tag name="KSO_WM_TEMPLATE_INDEX" val="20205176"/>
  <p:tag name="KSO_WM_UNIT_COMPATIBLE" val="0"/>
  <p:tag name="KSO_WM_UNIT_DIAGRAM_ISNUMVISUAL" val="0"/>
  <p:tag name="KSO_WM_UNIT_DIAGRAM_ISREFERUNIT" val="0"/>
  <p:tag name="KSO_WM_UNIT_HIGHLIGHT" val="0"/>
  <p:tag name="KSO_WM_UNIT_ID" val="custom20205176_1*a*1"/>
  <p:tag name="KSO_WM_UNIT_INDEX" val="1"/>
  <p:tag name="KSO_WM_UNIT_ISCONTENTSTITLE" val="0"/>
  <p:tag name="KSO_WM_UNIT_ISNUMDGMTITLE" val="0"/>
  <p:tag name="KSO_WM_UNIT_LAYERLEVEL" val="1"/>
  <p:tag name="KSO_WM_UNIT_NOCLEAR" val="0"/>
  <p:tag name="KSO_WM_UNIT_SHOW_EDIT_AREA_INDICATION" val="1"/>
  <p:tag name="KSO_WM_UNIT_TYPE" val="a"/>
  <p:tag name="KSO_WM_UNIT_VALUE" val="28"/>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 name="KSO_WM_TAG_VERSION" val="1.0"/>
  <p:tag name="KSO_WM_TEMPLATE_CATEGORY" val="custom"/>
  <p:tag name="KSO_WM_TEMPLATE_INDEX" val="20205176"/>
  <p:tag name="KSO_WM_UNIT_COMPATIBLE" val="0"/>
  <p:tag name="KSO_WM_UNIT_DIAGRAM_ISNUMVISUAL" val="0"/>
  <p:tag name="KSO_WM_UNIT_DIAGRAM_ISREFERUNIT" val="0"/>
  <p:tag name="KSO_WM_UNIT_HIGHLIGHT" val="0"/>
  <p:tag name="KSO_WM_UNIT_ID" val="custom20205176_1*a*1"/>
  <p:tag name="KSO_WM_UNIT_INDEX" val="1"/>
  <p:tag name="KSO_WM_UNIT_ISCONTENTSTITLE" val="0"/>
  <p:tag name="KSO_WM_UNIT_ISNUMDGMTITLE" val="0"/>
  <p:tag name="KSO_WM_UNIT_LAYERLEVEL" val="1"/>
  <p:tag name="KSO_WM_UNIT_NOCLEAR" val="0"/>
  <p:tag name="KSO_WM_UNIT_SHOW_EDIT_AREA_INDICATION" val="1"/>
  <p:tag name="KSO_WM_UNIT_TYPE" val="a"/>
  <p:tag name="KSO_WM_UNIT_VALUE" val="28"/>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 name="KSO_WM_TAG_VERSION" val="1.0"/>
  <p:tag name="KSO_WM_TEMPLATE_CATEGORY" val="custom"/>
  <p:tag name="KSO_WM_TEMPLATE_INDEX" val="20205176"/>
  <p:tag name="KSO_WM_UNIT_COMPATIBLE" val="0"/>
  <p:tag name="KSO_WM_UNIT_DIAGRAM_ISNUMVISUAL" val="0"/>
  <p:tag name="KSO_WM_UNIT_DIAGRAM_ISREFERUNIT" val="0"/>
  <p:tag name="KSO_WM_UNIT_HIGHLIGHT" val="0"/>
  <p:tag name="KSO_WM_UNIT_ID" val="custom20205176_1*a*1"/>
  <p:tag name="KSO_WM_UNIT_INDEX" val="1"/>
  <p:tag name="KSO_WM_UNIT_ISCONTENTSTITLE" val="0"/>
  <p:tag name="KSO_WM_UNIT_ISNUMDGMTITLE" val="0"/>
  <p:tag name="KSO_WM_UNIT_LAYERLEVEL" val="1"/>
  <p:tag name="KSO_WM_UNIT_NOCLEAR" val="0"/>
  <p:tag name="KSO_WM_UNIT_SHOW_EDIT_AREA_INDICATION" val="1"/>
  <p:tag name="KSO_WM_UNIT_TYPE" val="a"/>
  <p:tag name="KSO_WM_UNIT_VALUE" val="28"/>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0.4,&quot;left&quot;:66.95,&quot;top&quot;:113.65,&quot;width&quot;:810.5}"/>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6.xml><?xml version="1.0" encoding="utf-8"?>
<p:tagLst xmlns:a="http://schemas.openxmlformats.org/drawingml/2006/main" xmlns:r="http://schemas.openxmlformats.org/officeDocument/2006/relationships" xmlns:p="http://schemas.openxmlformats.org/presentationml/2006/main">
  <p:tag name="PA" val="v5.2.1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57.18659375911346,&quot;left&quot;:56.859114138097446,&quot;top&quot;:98.9375007290755,&quot;width&quot;:818.9877362556034}"/>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7.18659375911346,&quot;left&quot;:56.859114138097446,&quot;top&quot;:98.9375007290755,&quot;width&quot;:818.9877362556034}"/>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4.xml><?xml version="1.0" encoding="utf-8"?>
<p:tagLst xmlns:a="http://schemas.openxmlformats.org/drawingml/2006/main" xmlns:r="http://schemas.openxmlformats.org/officeDocument/2006/relationships" xmlns:p="http://schemas.openxmlformats.org/presentationml/2006/main">
  <p:tag name="PA" val="v5.2.11"/>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260.03155513217433,&quot;left&quot;:37.4,&quot;top&quot;:156.9,&quot;width&quot;:898.95}"/>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1.22856632531557,&quot;left&quot;:37.4,&quot;top&quot;:156.9,&quot;width&quot;:898.95}"/>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283.24708661417316,&quot;left&quot;:99.65,&quot;top&quot;:129.9,&quot;width&quot;:758.2}"/>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83.24708661417316,&quot;left&quot;:99.65,&quot;top&quot;:129.9,&quot;width&quot;:758.2}"/>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84.xml><?xml version="1.0" encoding="utf-8"?>
<p:tagLst xmlns:a="http://schemas.openxmlformats.org/drawingml/2006/main" xmlns:r="http://schemas.openxmlformats.org/officeDocument/2006/relationships" xmlns:p="http://schemas.openxmlformats.org/presentationml/2006/main">
  <p:tag name="PA" val="v5.2.11"/>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61.8,&quot;top&quot;:74.3,&quot;width&quot;:876.4}"/>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65.95,&quot;left&quot;:61.8,&quot;top&quot;:74.3,&quot;width&quot;:876.4}"/>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65.95,&quot;left&quot;:61.8,&quot;top&quot;:74.3,&quot;width&quot;:876.4}"/>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65.95,&quot;left&quot;:61.8,&quot;top&quot;:74.3,&quot;width&quot;:876.4}"/>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65.95,&quot;left&quot;:61.8,&quot;top&quot;:74.3,&quot;width&quot;:876.4}"/>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65.95,&quot;left&quot;:61.8,&quot;top&quot;:74.3,&quot;width&quot;:876.4}"/>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65.95,&quot;left&quot;:61.8,&quot;top&quot;:74.3,&quot;width&quot;:876.4}"/>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65.95,&quot;left&quot;:61.8,&quot;top&quot;:74.3,&quot;width&quot;:876.4}"/>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65.95,&quot;left&quot;:61.8,&quot;top&quot;:74.3,&quot;width&quot;:876.4}"/>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第一PPT，www.1ppt.com">
  <a:themeElements>
    <a:clrScheme name="">
      <a:dk1>
        <a:srgbClr val="000000"/>
      </a:dk1>
      <a:lt1>
        <a:srgbClr val="FFFFFF"/>
      </a:lt1>
      <a:dk2>
        <a:srgbClr val="0F1423"/>
      </a:dk2>
      <a:lt2>
        <a:srgbClr val="FFFFFF"/>
      </a:lt2>
      <a:accent1>
        <a:srgbClr val="BFC5F0"/>
      </a:accent1>
      <a:accent2>
        <a:srgbClr val="93A0E5"/>
      </a:accent2>
      <a:accent3>
        <a:srgbClr val="BFC5F0"/>
      </a:accent3>
      <a:accent4>
        <a:srgbClr val="93A0E5"/>
      </a:accent4>
      <a:accent5>
        <a:srgbClr val="BFC5F0"/>
      </a:accent5>
      <a:accent6>
        <a:srgbClr val="93A0E5"/>
      </a:accent6>
      <a:hlink>
        <a:srgbClr val="BFC5F0"/>
      </a:hlink>
      <a:folHlink>
        <a:srgbClr val="93A0E5"/>
      </a:folHlink>
    </a:clrScheme>
    <a:fontScheme name="阿里巴巴普惠体">
      <a:majorFont>
        <a:latin typeface="阿里巴巴普惠体 Heavy"/>
        <a:ea typeface="阿里巴巴普惠体 Heavy"/>
        <a:cs typeface="Arial"/>
      </a:majorFont>
      <a:minorFont>
        <a:latin typeface="阿里巴巴普惠体"/>
        <a:ea typeface="阿里巴巴普惠体"/>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阿里巴巴普惠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阿里巴巴普惠体"/>
        <a:ea typeface="阿里巴巴普惠体"/>
        <a:cs typeface="Arial"/>
        <a:font script="Jpan" typeface="ＭＳ Ｐゴシック"/>
        <a:font script="Hang" typeface="맑은 고딕"/>
        <a:font script="Hans" typeface="阿里巴巴普惠体"/>
        <a:font script="Hant" typeface="新細明體"/>
        <a:font script="Arab" typeface="阿里巴巴普惠体"/>
        <a:font script="Hebr" typeface="阿里巴巴普惠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阿里巴巴普惠体"/>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阿里巴巴普惠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阿里巴巴普惠体"/>
        <a:ea typeface="阿里巴巴普惠体"/>
        <a:cs typeface="Arial"/>
        <a:font script="Jpan" typeface="ＭＳ Ｐゴシック"/>
        <a:font script="Hang" typeface="맑은 고딕"/>
        <a:font script="Hans" typeface="阿里巴巴普惠体"/>
        <a:font script="Hant" typeface="新細明體"/>
        <a:font script="Arab" typeface="阿里巴巴普惠体"/>
        <a:font script="Hebr" typeface="阿里巴巴普惠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阿里巴巴普惠体"/>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24</TotalTime>
  <Words>2187</Words>
  <Application>Microsoft Office PowerPoint</Application>
  <PresentationFormat>宽屏</PresentationFormat>
  <Paragraphs>204</Paragraphs>
  <Slides>22</Slides>
  <Notes>5</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22</vt:i4>
      </vt:variant>
    </vt:vector>
  </HeadingPairs>
  <TitlesOfParts>
    <vt:vector size="28" baseType="lpstr">
      <vt:lpstr>思源宋体 CN Heavy</vt:lpstr>
      <vt:lpstr>微软雅黑</vt:lpstr>
      <vt:lpstr>Arial</vt:lpstr>
      <vt:lpstr>Wingdings</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年终总结</dc:title>
  <dc:creator>第一PPT</dc:creator>
  <cp:keywords>www.1ppt.com</cp:keywords>
  <dc:description>www.1ppt.com</dc:description>
  <cp:lastModifiedBy>PC</cp:lastModifiedBy>
  <cp:revision>220</cp:revision>
  <dcterms:created xsi:type="dcterms:W3CDTF">2019-06-19T02:08:00Z</dcterms:created>
  <dcterms:modified xsi:type="dcterms:W3CDTF">2026-01-20T01:42:06Z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F1304A9361FB4ECC813421E0442478BB</vt:lpwstr>
  </property>
  <property fmtid="{D5CDD505-2E9C-101B-9397-08002B2CF9AE}" pid="3" name="KSOProductBuildVer">
    <vt:lpwstr>2052-12.1.0.24034</vt:lpwstr>
  </property>
</Properties>
</file>